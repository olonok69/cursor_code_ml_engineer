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COURSE / WORKSHOP · DEVELOPER TOOLING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6000" b="1">
                <a:solidFill>
                  <a:srgbClr val="E8EAED"/>
                </a:solidFill>
                <a:latin typeface="Segoe UI"/>
              </a:rPr>
              <a:t>Cursor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600" b="0">
                <a:solidFill>
                  <a:srgbClr val="9AA4B2"/>
                </a:solidFill>
                <a:latin typeface="Segoe UI"/>
              </a:rPr>
              <a:t>the same methodology, </a:t>
            </a:r>
            <a:r>
              <a:rPr sz="2600" b="1">
                <a:solidFill>
                  <a:srgbClr val="E8EAED"/>
                </a:solidFill>
                <a:latin typeface="Segoe UI"/>
              </a:rPr>
              <a:t>a different surface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84048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069080"/>
            <a:ext cx="105156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D97757"/>
                </a:solidFill>
                <a:latin typeface="Segoe UI"/>
              </a:rPr>
              <a:t>PART 1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Cursor: install · AGENTS.md &amp; rules · context &amp; caching · MCP · skills &amp; marketplace · subagents · automation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7AA2C7"/>
                </a:solidFill>
                <a:latin typeface="Segoe UI"/>
              </a:rPr>
              <a:t>PART 2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The methodology (tool-agnostic): gated flow · CodeGraph / Serena / GSD · transfer · ops (machine-sync + S3)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8CC28C"/>
                </a:solidFill>
                <a:latin typeface="Segoe UI"/>
              </a:rPr>
              <a:t>PART 3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The ticket knowledge graph, built with graphify: pipeline, skills kg / kg-refresh, and the real graph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Course volume 2: same material as the Claude Code edition, verified against cursor.com/docs and rewritten for Cursor (August 2026).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One course, three parts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PART 1 · Cursor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19456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3113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01  Install and basic usage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70662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743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02  Memory, instructions, and sessions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218688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25526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03  Context: context window and prompt caching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730752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76732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04  MCP — connect your tools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242816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27939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05  Skills and Marketplace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75488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79145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06  Subagents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26694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3035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07  Automation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PART 2 · The methodology (tool-agnostic)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219456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223113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08  The 11-stage flow + real example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270662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2743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09  The method's tools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3218688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325526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10  Transfer: from Claude Code to Cursor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3730752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20" y="376732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11  Ops: machine-sync + S3 record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434340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PART 3 · The ticket graph (graphify)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475488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479145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12  Design · pipeline · skills kg / kg-refresh · the real graph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526694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6520" y="53035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13  Close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Cursor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The tool: from the editor on your desk to agents in the cloud.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01 · Install and basic usage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02 · Memory and sessions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03 · Context and prompt caching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04 · MCP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654296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70001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05 · Skills and Marketplace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4654296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470001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06 · Subagents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5221224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5266944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07 · Automation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01 · INSTALL AND BASIC USAGE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Three ways in: editor, CLI, cloud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Cursor Editor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Download from cursor.com — macOS / Windows / Linux.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74520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Cursor CLI (agent)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curl … | bash (Unix) · irm … | iex (Windows) — headless-capable.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044952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24612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26440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19125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Background / Cloud Agents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02152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cursor.com/agents — run tasks in the cloud with no editor open.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044952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24612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26440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19125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Multi-repo / workspace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02152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Open several repos; distinguish owned context from read-only.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123944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Start in any project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434840"/>
            <a:ext cx="5394960" cy="118872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617720"/>
            <a:ext cx="49377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cd your-project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               # interactive CLI, login the 1st time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4123944"/>
            <a:ext cx="5257800" cy="14173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0" y="4325112"/>
            <a:ext cx="4800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The same agent everywhere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4782312"/>
            <a:ext cx="47548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Editor (chat / Agent mode) · CLI (agent)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Web (cursor.com/agents, async tasks)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Bugbot reviews PRs automatically on GitHub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Install is trivial; the value is in how you use it.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01 · INSTALL AND BASIC USAGE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Two modes: interactive and headless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Interactive — think with you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Editor (chat/Agent mode) or CLI `agent`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mode: proposes a plan you approve before anything is touched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Ideal for exploring, designing, debugging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7452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Headless (agent -p) — scripts and CI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Print mode: prompt in (arg), result on stdout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Combine with --force / --output-format text|json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foundation of automation (section 07)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306824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The same Cursor, two ways to invoke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617720"/>
            <a:ext cx="10927080" cy="10058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800600"/>
            <a:ext cx="10469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 -p "summarize the changes on this branch"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 -p --output-format text "security-review files touched vs main"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02 · MEMORY AND INSTRUCTIONS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AGENTS.md: the two-level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49240" cy="2743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Level 1 — always loaded (small)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48463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Minimum orientation: what the project is, repo map, commands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Only one-line POINTERS to everything else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agent's 30-second onboarding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Write-once rule: the core points, it does not copy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74520"/>
            <a:ext cx="5349240" cy="2743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Level 2 — on demand (the detail)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8"/>
            <a:ext cx="48463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data/changes/STATUS.md — living state per ticket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PLAYBOOK.md — debugging lessons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SHARP_EDGES.md — 'do not touch' invariants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&lt;TICKET&gt;/&lt;TICKET&gt;.md — self-contained ledgers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same cut as in Claude Code: pointers, not copies — AGENTS.md stays deliberately small.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02 · INSTRUCTIONS, PERMISSIONS AND MEMORIES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AGENTS.md, rules, permissions, and memory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5506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Rules (.mdc) + AGENTS.md (combine, don't compete)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965960"/>
            <a:ext cx="5486400" cy="21488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48840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.cursor/rules/00-core.mdc     # alwaysApply: true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.cursor/rules/01-tools.mdc    # @file = include content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AGENTS.md                     # root (+ nested: most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       # specific wins), no frontmatter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~/.cursor/permissions.json    # mcpAllowlist server:tool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64208"/>
            <a:ext cx="5166360" cy="23317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1865376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Permissions = allowlist, not UI alone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322576"/>
            <a:ext cx="466344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permissions.json: mcpAllowlist / terminalAllowlist (glob)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4 rule modes: Always / Apply Intelligently 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  Apply to Specific Files / Apply Manually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human owns push/PR/deploy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06240"/>
            <a:ext cx="1092708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0740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Memories — a system DISTINCT from AGENTS.md/rules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6460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Cursor generates Memories automatically from your chats (they are not files you write).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Not the same mechanism as Claude Code auto-memory: treat them as a complement, not a substitute for the two-level pattern.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02 · SESSIONS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Where Cursor lives: editor, CLI, and cloud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65960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16712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18541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1226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Editor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23160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Chat + Agent mode + Plan mode; inline diffs, review in the IDE itself.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965960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16712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18541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›_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11226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Cursor CLI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423160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agent in the terminal — same as the editor, no UI; ideal for SSH/servers.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227832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42900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44728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7413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Background / Cloud Agents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85032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cursor.com/agents runs async tasks; follow progress from the web.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227832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42900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4728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7413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Bugbot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85032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Reviews every PR on GitHub/GitLab/Bitbucket automatically, no custom script.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Same agent, same AGENTS.md/rules/MCP — only where it runs changes.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03 ·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Context window: the resource that governs everything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65376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System / agent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86537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Hidden — always first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1865376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fixed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359152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39572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Rules alwaysApply + AGENTS.md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39572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You control this — hence the two-level pattern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95728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you decide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889504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92608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Memories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9260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If any — different system, review what snuck 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2926080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variable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419856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45643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Tools MCP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45643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Schemas of enabled tools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456432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per server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950208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398678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Conversation + results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98678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Files read, command output… grows every turn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3986784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grows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1837944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The controls (CLI + editor UI)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63840" y="2148840"/>
            <a:ext cx="3703320" cy="233172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19872" y="2331720"/>
            <a:ext cx="32461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agent&gt; /summarize  # free context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agent&gt; /rewind     # previous message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new chat / new agent invocation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+ context ring in the editor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617720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AED"/>
                </a:solidFill>
                <a:latin typeface="Segoe UI"/>
              </a:rPr>
              <a:t>Performance degrades BEFORE the window fills: </a:t>
            </a:r>
            <a:r>
              <a:rPr sz="1200" b="0">
                <a:solidFill>
                  <a:srgbClr val="9AA4B2"/>
                </a:solidFill>
                <a:latin typeface="Segoe UI"/>
              </a:rPr>
              <a:t>noisy context = worse decisions. Cursor auto-summarizes as it nears the limit (plus manual /summarize) — do not assume exact parity with Claude Code's /compact.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editor's context ring tells you which block is swelling — measure before you cut.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03 ·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Context hygiene: maximum signal per token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10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Minimal AGENTS.md / rules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If you can delete it without the agent going wrong, delete it. Two levels + pointers.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@file only when needed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.mdc rules support @file to include content — use carefully, it is eager load.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MCP in moderation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Each server adds its tool block. Disable what the project does not use.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Subagents for investigation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Messy exploration goes to a subagent (section 06); only the summary returns.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1248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Plan → Agent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Separate exploration (Plan mode) from implementation; noise does not stay.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1636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32804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Targeted reads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“read config/auth.ts” &gt; “understand auth”. Preview: CodeGraph-first (Part 2).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Part 2's tool prevalence is, at bottom, context policy.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03 ·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Prompt caching: don't pay the same twice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This is from the Anthropic API, not Cursor — but if you automate with the Cursor SDK against Claude, it applies the same. Strict order </a:t>
            </a:r>
            <a:r>
              <a:rPr sz="1250" b="1">
                <a:solidFill>
                  <a:srgbClr val="D97757"/>
                </a:solidFill>
                <a:latin typeface="Consolas"/>
              </a:rPr>
              <a:t>Tools → System → Messages</a:t>
            </a:r>
            <a:r>
              <a:rPr sz="1250" b="0">
                <a:solidFill>
                  <a:srgbClr val="9AA4B2"/>
                </a:solidFill>
                <a:latin typeface="Segoe UI"/>
              </a:rPr>
              <a:t>: a change invalidates its level and the ones after.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77440"/>
            <a:ext cx="534924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4231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5 min (default)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42316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write 1.25×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42316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read 0.1×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926080"/>
            <a:ext cx="534924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9718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1 hour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97180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write 2×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297180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read 0.1×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611880"/>
            <a:ext cx="53492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A 50-turn session rereads the prefix 50 times at 0.1× — </a:t>
            </a:r>
            <a:r>
              <a:rPr sz="1200" b="1">
                <a:solidFill>
                  <a:srgbClr val="8CC28C"/>
                </a:solidFill>
                <a:latin typeface="Segoe UI"/>
              </a:rPr>
              <a:t>that discount is what makes long sessions viable.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Minimum cacheable ~1k tokens · max 4 breakpoints · diagnose via usage.cache_read_input_tokens.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0665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Stable first; breakpoint at the end of the stable part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2377440"/>
            <a:ext cx="5349240" cy="26517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2560320"/>
            <a:ext cx="489204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system=[{ "type": "text",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"text": STABLE_INSTRUCTIONS,   # stable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"cache_control":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{"type": "ephemeral"} }]   # breakpoint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messages=[{"role": "user",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"content": query }]  # variable: OUTSIDE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classic error: timestamp BEFORE the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breakpoint -&gt; 0 hits and nobody knows why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Runnable demo: ejemplos/prompt-caching/cache_demo.py — talks to the Anthropic API, not the Cursor product.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03 ·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Caching: what you control in Cursor and what you don't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874520"/>
            <a:ext cx="73152" cy="530352"/>
          </a:xfrm>
          <a:prstGeom prst="rect">
            <a:avLst/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920240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Small, stable AGENTS.md + rules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1920240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Short prefix that does not change between turns → better behavior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96312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496312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542032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Edit rules/AGENTS.md mid-session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542032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Base context changes → pay the tax again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118104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118104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163824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Many active MCP servers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163824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Large, changing tool block → more fixed context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739896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3739896"/>
            <a:ext cx="73152" cy="530352"/>
          </a:xfrm>
          <a:prstGeom prst="rect">
            <a:avLst/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785616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New session / clean chat between unrelated tasks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3785616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Avoid dragging an infinite transcript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361688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361688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407408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Assume Cursor exposes cache_control like the 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4407408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No — different product; don't copy Claude Code env vars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120640"/>
            <a:ext cx="10927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AA4B2"/>
                </a:solidFill>
                <a:latin typeface="Segoe UI"/>
              </a:rPr>
              <a:t>Cursor does not expose cache_control as a product: you get what the model provider decides. What you do control: size/stability of AGENTS.md + rules + MCP tools.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Lean, stable context performs better in any product — Cursor included — even if you never see the discount on screen.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04 ·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Model Context Protocol: connect your world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Same open standard as in Claude Code — CodeGraph, Serena, Playwright speak MCP in both. Project config in </a:t>
            </a:r>
            <a:r>
              <a:rPr sz="1250" b="1">
                <a:solidFill>
                  <a:srgbClr val="D97757"/>
                </a:solidFill>
                <a:latin typeface="Consolas"/>
              </a:rPr>
              <a:t>.cursor/mcp.json</a:t>
            </a:r>
            <a:r>
              <a:rPr sz="1250" b="0">
                <a:solidFill>
                  <a:srgbClr val="9AA4B2"/>
                </a:solidFill>
                <a:latin typeface="Segoe UI"/>
              </a:rPr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31720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25328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5511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780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Project 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788920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.cursor/mcp.json — versioned, shared with the team.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04204" y="2331720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5372" y="25328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5372" y="25511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7164" y="24780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User scope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27164" y="2788920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~/.cursor/mcp.json — edit directly, or via Settings → MCP.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310128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41248" y="351129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52958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45643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Permissions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767328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permissions.json: mcpAllowlist / terminalAllowlist.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04204" y="3310128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5372" y="351129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5372" y="352958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27164" y="345643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Day-to-day servers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27164" y="3767328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serena · context7 · playwright · codegraph (+ optional supabase).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224528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Add a server (secrets via env var; reload required)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4535424"/>
            <a:ext cx="10927080" cy="10058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4718304"/>
            <a:ext cx="10469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"serena": { "command": "uvx", "args": ["--from", "git+https://github.com/oraios/serena", "serena", "start-mcp-server"] }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after editing .cursor/mcp.json: reload/restart Cursor — no hot-reload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05 · SKILLS AND MARKETPLACE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Skills: compatible with Claude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What the agent can do: Read/Edit/Shell/Grep + Task + mcp__*. Governed by permissions.json (mcpAllowlist).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74520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.cursor/skills/&lt;n&gt;/SKILL.md with frontmatter name+description. Auto-selected by description.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82112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38328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40156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2841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Interop with Claude Code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39312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 also reads .claude/skills/ — the SAME SKILL.md works in both products.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82112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38328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0156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2841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Marketplace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39312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cursor.com/marketplace: installable packages of skills+subagents+MCP+hooks+rules.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343400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What is NO LONGER a gap vs Claude Code: </a:t>
            </a:r>
            <a:r>
              <a:rPr sz="1250" b="0">
                <a:solidFill>
                  <a:srgbClr val="9AA4B2"/>
                </a:solidFill>
                <a:latin typeface="Segoe UI"/>
              </a:rPr>
              <a:t>when the original adaptation guide was written, Cursor had neither Skills nor Marketplace. Both are real today — check docs.cursor.com before assuming something “has no equivalent”.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Skill = capability Cursor chooses by its description. Marketplace = the versioned distribution.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06 ·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Subagents: noise dies outside your session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011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Native Cursor feature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Task-style delegation: isolated context per subagent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Invoked in natural language (or /name)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Parallel execution for independent work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Base types documented loosely — do not assume exact names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Custom = .cursor/agents/&lt;name&gt;.md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148840"/>
            <a:ext cx="5349240" cy="201168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.cursor/agents/refactor-scout.md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name: refactor-scout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description: Scout blast radius before rename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readonly: true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Use CodeGraph and THEN Serena…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343400"/>
            <a:ext cx="534924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5445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What you need to know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01768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ISOLATED context: only the summary returns to your session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Does NOT inherit your conversation: give context in the launch prompt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Ready example: ejemplos/subagents/.cursor/agents/refactor-scout.md (also prompts/ if you prefer to paste at launch).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06 ·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Real parallelism: multiple Background/Cloud Agents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3774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What does NOT exist in Cursor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 Code Agent Teams: lead + teammates + shared inbox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direct messaging between agents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Don't try a 1:1 port — there is no product equivalent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65506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The pragmatic substitute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965960"/>
            <a:ext cx="5349240" cy="17373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148840"/>
            <a:ext cx="489204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cursor.com/agents — several tasks in parallel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each Background/Cloud Agent = full session,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on its own branch, no coordination between them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886200"/>
            <a:ext cx="5349240" cy="17373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0873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How it works in practice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44568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Partition work by branch/file before launching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 human (or the main agent) integrates results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Cost: each Cloud Agent is a full session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43400"/>
            <a:ext cx="5349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AA4B2"/>
                </a:solidFill>
                <a:latin typeface="Segoe UI"/>
              </a:rPr>
              <a:t>Ask in natural language: </a:t>
            </a:r>
            <a:r>
              <a:rPr sz="1150" b="0">
                <a:solidFill>
                  <a:srgbClr val="E8EAED"/>
                </a:solidFill>
                <a:latin typeface="Segoe UI"/>
              </a:rPr>
              <a:t>launch three Background Agents, one per module, each on its own branch; you review and merge.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No shared inbox: partition files/branches — each agent owns its own.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06 ·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Subagent or Background/Cloud Agent? The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8288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SUBAGENT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18288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BACKGROUND / CLOUD 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240280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286000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28600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Isolated; returns a summary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28600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Full session, async, on its branch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807208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2852928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Communication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852928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Result only → main session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852928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None between agents (no inbox)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374136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419856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3419856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Low (the expensive work dies outside)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3419856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High (N full sessions)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941064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986784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Use it for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3986784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Side-quests: investigate, verify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3986784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Long/async work, or real parallelism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507992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553712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Config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0" y="4553712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.cursor/agents/*.md, prompt or skill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553712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cursor.com/agents (UI / handoff &amp;)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193792"/>
            <a:ext cx="10927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Bridge to Part 2: </a:t>
            </a:r>
            <a:r>
              <a:rPr sz="1150" b="0">
                <a:solidFill>
                  <a:srgbClr val="9AA4B2"/>
                </a:solidFill>
                <a:latin typeface="Segoe UI"/>
              </a:rPr>
              <a:t>GSD (Claude Code) packages roles as plugin subagents; in Cursor those roles live as .cursor/agents/ + skills — this project uses data/changes/, not GSD (see Part 2).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Subagent so noise dies outside; Background/Cloud Agent for long or async work. The cost is not the same.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07 ·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Hooks: deterministic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8346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The hook contract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.cursor/hooks.json (project) or ~/.cursor/hooks.json (user)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Event payload on STDIN, JSON response on STDOUT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Events: beforeShellExecution, beforeMCPExecution, beforeReadFile,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  afterFileEdit, preToolUse/postToolUse, beforeSubmitPrompt, stop…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permission: prefer deny for gates (ask is often ignored)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exit 2 = deny too · failClosed if the hook crashes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Blocking pattern (JS)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148840"/>
            <a:ext cx="5349240" cy="21945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874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beforeReadFile — block .env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const p = JSON.parse(require("fs")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.readFileSync(0, "utf8"));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if ((p.path || "").includes(".env")) {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console.log(JSON.stringify(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{permission:"deny",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user_message:"Blocked: .env"}));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process.exit(0);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With AGENTS.md you ask it to behave; with a hook you guarantee it — same as Claude Code, different contract.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07 ·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From hooks to agents in the cloud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Hooks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Security (.env), formatting, blocking type-check, veto of push/deploy.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4204" y="1874520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5372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5372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27164" y="20208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Headless / CLI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7164" y="2331720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agent -p in scripts and CI (print mode; --force / --output-format).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944368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14553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16382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09067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CI/CD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401568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Bugbot (native) for PR review, or Cursor SDK in your own GitHub Action.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04204" y="2944368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5372" y="314553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5372" y="316382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27164" y="309067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Scheduling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27164" y="3401568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Automations: cron + triggers (Slack, Linear, PR merged, PagerDuty).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968496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Cursor SDK (@cursor/sdk) — Agent.prompt (one-shot) · Agent.create+send (stream/multi-turn)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279392"/>
            <a:ext cx="10927080" cy="118872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462272"/>
            <a:ext cx="10469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import { Agent } from "@cursor/sdk";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const result = await Agent.prompt(prompt, {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apiKey: process.env.CURSOR_API_KEY!, local: { cwd } });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multi-turn: Agent.create(...) → agent.send(...) → run.stream()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The methodology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Tool-agnostic: demonstrated with Cursor, but the discipline travels.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08 · The 11-stage flow + real example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09 · The method's tools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10 · Transfer: from Claude Code to Cursor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11 · Ops: machine-sync + shared record (S3)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08 · THE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The agent is a disciplined collaborator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10927080" cy="1051560"/>
          </a:xfrm>
          <a:prstGeom prst="rect">
            <a:avLst/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93392"/>
            <a:ext cx="104241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EAED"/>
                </a:solidFill>
                <a:latin typeface="Segoe UI"/>
              </a:rPr>
              <a:t>“Autonomy is earned decision-by-decision, not granted in bulk.”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108960"/>
            <a:ext cx="5349240" cy="1874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31012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The agent owns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67328"/>
            <a:ext cx="48463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Investigation and diagnosis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Plans and implementation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Tests and documentation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3108960"/>
            <a:ext cx="5349240" cy="1874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31012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The human owns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767328"/>
            <a:ext cx="48463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Go/no-go decisions and scope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Every external action: push, PR, deploy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approval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138928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Tool-agnostic:  </a:t>
            </a:r>
            <a:r>
              <a:rPr sz="1100" b="0">
                <a:solidFill>
                  <a:srgbClr val="9AA4B2"/>
                </a:solidFill>
                <a:latin typeface="Segoe UI"/>
              </a:rPr>
              <a:t>this is not a Cursor flow — it is a way of working with ANY agent. Section 10 shows transferring it from Claude Code (and it also reaches GitHub Copilot).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model does not earn trust for free: it earns it decision by decision, with evidence.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08 · THE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The real 11-stage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8096" y="1975104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97510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1929384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Orient: skill kg + history-first + status-first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78024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8096" y="2578608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57860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8" y="2532888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Inbound triage: is the symptom in the contract?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081528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3182112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18211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8" y="3136392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Regression vs. pre-existing (prove it)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685032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8096" y="3785616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7856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8" y="3739896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Investigate: cheap deterministic oracle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288536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8096" y="4389120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3891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7008" y="4343400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Plan mode → explicit human agreement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892040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8096" y="4992624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49926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07008" y="4946904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Implement: TDD RED → GREEN, minimal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1874520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91656" y="1975104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91656" y="197510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0568" y="1929384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Verify: outbound gate ×5 (instrument → list → image → look)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63640" y="2478024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91656" y="2578608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91656" y="257860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0568" y="2532888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Document — each thing once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63640" y="3081528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391656" y="3182112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91656" y="318211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0568" y="3136392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Sanitize — added lines (skill sanitise-diff)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63640" y="3685032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391656" y="3785616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91656" y="37856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0568" y="3739896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Handoff: the human does push / PR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63640" y="4288536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391656" y="4389120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91656" y="43891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30568" y="4343400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Bugbot/bot review + persist lessons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5504688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■ </a:t>
            </a:r>
            <a:r>
              <a:rPr sz="1100" b="0">
                <a:solidFill>
                  <a:srgbClr val="9AA4B2"/>
                </a:solidFill>
                <a:latin typeface="Segoe UI"/>
              </a:rPr>
              <a:t>Coral boxes are GATES (decision points). A red gate = STOP: do not write code.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agent orchestrates and is where inference lives; the expensive work concentrates in plan/code/verify, not in search.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08 · THE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 real example, end to 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23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10927080" cy="566928"/>
          </a:xfrm>
          <a:prstGeom prst="rect">
            <a:avLst/>
          </a:prstGeom>
          <a:solidFill>
            <a:srgbClr val="222B38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5156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QA bug: </a:t>
            </a:r>
            <a:r>
              <a:rPr sz="1250" b="0">
                <a:solidFill>
                  <a:srgbClr val="E8EAED"/>
                </a:solidFill>
                <a:latin typeface="Segoe UI"/>
              </a:rPr>
              <a:t>“a field shows empty in the UI, but it is written in the PDF.”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542032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542032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57860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8608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Skill kg surfaces the danger zone (a SHARP_EDGE that constrains the fix); git/gh give the baseline.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054096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054096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09067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0672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The field is empty in the endpoint JSON (Playwright MCP) → the Lambda is responsible.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566160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566160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602736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Provenance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60273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Re-extract on the prior baseline: already empty → pre-existing, not a regression.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078224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078224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1148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Investigate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1148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Serena + CodeGraph (MCP) locate the detector; a deterministic _diag_pdf.py gives the cause: NO LLM.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590288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4590288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626864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Fix + verify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4626864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RED test → structural fix (not client) → no-op regression + local contract (wrapper) + inside the deployed image.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5102352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" y="5102352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13892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Handoff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138928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Skill sanitise-diff → human does push/PR. Bugbot finds one more case → test + PLAYBOOK.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model does not earn trust for free: it earns it decision by decision, with evidence.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09 · METHOD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Which tool the agent uses, and when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4B2"/>
                </a:solidFill>
                <a:latin typeface="Segoe UI"/>
              </a:rPr>
              <a:t>Rule from .cursor/rules/01-tool-prevalence.mdc: </a:t>
            </a:r>
            <a:r>
              <a:rPr sz="1200" b="1">
                <a:solidFill>
                  <a:srgbClr val="E8EAED"/>
                </a:solidFill>
                <a:latin typeface="Segoe UI"/>
              </a:rPr>
              <a:t>codegraph_explore FIRST (survey in 1 call) · Serena find_referencing_symbols for the precise check before rename. </a:t>
            </a:r>
            <a:r>
              <a:rPr sz="1200" b="0">
                <a:solidFill>
                  <a:srgbClr val="9AA4B2"/>
                </a:solidFill>
                <a:latin typeface="Segoe UI"/>
              </a:rPr>
              <a:t>Order: cheap → expensive, deterministic → probabilistic.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8600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33172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3317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Skill kg (ticket graph → danger zone) · STATUS.md · git · gh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23317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no inference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3464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88036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Navigate (survey)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8803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CodeGraph codegraph_explore (MCP) — source + paths + blast radius + coverage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40" y="288036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1 call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38328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42900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Refactor-check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34290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Serena find_referencing_symbols (MCP) — disambiguates by class (before rename)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0" y="34290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precise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93192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97764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Diagnose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39776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Deterministic oracle: parser / validator / _diag_*.py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397764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no inference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48056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52628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Environment (logs, config)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45262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AWS CLI — CloudWatch · lambda get-function · SQS/DLQ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45262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read-only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02920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07492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Output contract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1880" y="50749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Playwright MCP against the endpoint the consumer sees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840" y="50749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reproduce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5577840"/>
            <a:ext cx="10927080" cy="457200"/>
          </a:xfrm>
          <a:prstGeom prst="rect">
            <a:avLst/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62356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Only at the end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56235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The agent's roll — to VERIFY the fix, not to diagnose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49840" y="562356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metered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09 · METHOD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Each tool in one sentence — and its phase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CodeGraph → investigate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CODE graph (tree-sitter→SQLite, local, via MCP). Survey in 1 call: source + callers + blast radius + coverage.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Serena → pre-refactor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Semantic navigation via LSP (MCP). find_referencing_symbols disambiguates by class: the precise check before rename.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GSD → plan/execute/verify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The productized method — Claude Code only today. In Cursor: Plan mode + skill methodology-plan + data/changes/.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kg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 kg → orient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Project MEMORY graph (with graphify): tickets + sharp edges. History-first without LLM (Part 3).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1248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Playwright (MCP) → triage and outbound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Reproduce the symptom where the consumer sees it: the real endpoint, not an internal function.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1636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32804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Oracles → diagnose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Own parsers/validators/_diag_*.py: cheap, reproducible answer before spending the agent's roll.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classic inversion — the model diagnoses — is what this order avoids: the model verifies; oracles diagnose.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09 · METHOD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GSD: only exists in Claude Code (today)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3017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What GSD 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 Code plugin for phased project management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Cycle: discuss → plan (gate) → execute → verify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Subagents gsd-planner, gsd-plan-checker, gsd-executor,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  gsd-code-reviewer, gsd-verifier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Versioned state in .planning/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official port to Cursor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3017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Cursor equivalent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 for the discuss → plan gate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 methodology-plan fills the template before implementing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gsd-* roles → Task/subagents + prompts with that role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State in data/changes/ (same as Claude Code)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 shines on multi-phase greenfield; not used daily here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Same method, without the plugin: in Cursor, Plan mode + skills replicate GSD's gates.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09 · METHOD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CodeGraph: local code intelligence (via MCP)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27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194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tree-sitter → SQLite index (.codegraph/)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Symbols: functions, classes, routes, components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Edges: calls, imports, inheritance, references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Deterministic (from the AST), no API keys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Returns: source + paths + blast radius + coverage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0078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CLI + register in Cursor (not 'claude mcp add')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011680"/>
            <a:ext cx="5349240" cy="16916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194560"/>
            <a:ext cx="48920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init      # creates .codegraph/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sync      # incremental after edits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explore "&lt;symbol|question&gt;"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.cursor/mcp.json: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"codegraph": {"command":"codegraph",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"args":["serve","--path","&lt;repo&gt;","--mcp"]}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886200"/>
            <a:ext cx="5349240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4005072"/>
            <a:ext cx="49377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First for navigation:  </a:t>
            </a:r>
            <a:r>
              <a:rPr sz="1100" b="0">
                <a:solidFill>
                  <a:srgbClr val="E8EAED"/>
                </a:solidFill>
                <a:latin typeface="Segoe UI"/>
              </a:rPr>
              <a:t>source + callers + blast radius + coverage in 1 query (treat it as ALREADY read). Serena find_referencing_symbols = precise check (disambiguates by class).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40"/>
            <a:ext cx="5349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CC28C"/>
                </a:solidFill>
                <a:latin typeface="Segoe UI"/>
              </a:rPr>
              <a:t>58% fewer tool calls · 22% faster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(per their benchmarks: nearly eliminates file reads)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One query instead of grep→open→follow-import→repeat. Less context, more signal.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09 · METHOD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Serena: semantic navigation, precise 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3774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Semantic navigation via LSP (MCP)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Operates on SYMBOLS, not text: IDE precision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find_symbol (body=true) — one method from a 5k-line file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get_symbols_overview — skeleton of a file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find_referencing_symbols — who references, BY CLASS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search_for_pattern · activate_project (multi-repo)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Install (stdio) — do not use 'claude mcp add'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148840"/>
            <a:ext cx="5349240" cy="12344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.cursor/mcp.json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"serena": {"command":"uvx","args":["--from",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"git+https://github.com/oraios/serena",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"serena","start-mcp-server"]}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657600"/>
            <a:ext cx="5349240" cy="1417320"/>
          </a:xfrm>
          <a:prstGeom prst="rect">
            <a:avLst/>
          </a:prstGeom>
          <a:solidFill>
            <a:srgbClr val="1A212B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794760"/>
            <a:ext cx="4937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Why it is MANDATORY pre-rename:  </a:t>
            </a:r>
            <a:r>
              <a:rPr sz="1100" b="0">
                <a:solidFill>
                  <a:srgbClr val="E8EAED"/>
                </a:solidFill>
                <a:latin typeface="Segoe UI"/>
              </a:rPr>
              <a:t>CodeGraph's flat impact mixes homonymous methods (Invoice.process vs Refund.process); Serena disambiguates by class. Complementary, not rivals.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34840"/>
            <a:ext cx="5349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The refactor-scout template </a:t>
            </a:r>
            <a:r>
              <a:rPr sz="1150" b="0">
                <a:solidFill>
                  <a:srgbClr val="9AA4B2"/>
                </a:solidFill>
                <a:latin typeface="Segoe UI"/>
              </a:rPr>
              <a:t>(ejemplos/subagents/prompts/) packages the CodeGraph → Serena → grep order as a procedure.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CodeGraph answers 'what breaks?'; Serena answers 'exactly who calls THIS process()?'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10 · TRANSFER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The real proof: from Claude Code to Cursor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514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Travels UNCHANGED (the 5 rules)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→ agree → implement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Verify on the CONSUMER's contract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Solve the general class, not one input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Durable trail: why, what, how it was verified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human owns the external (merge, deploy)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2514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What DOES change: the surface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CLAUDE.md (+ hierarchy) → AGENTS.md + .cursor/rules/*.mdc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Skills ~/.claude/skills/ → .cursor/skills/ (same SKILL.md)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Hooks + settings.local.json → .cursor/hooks.json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 → Plan mode (same discipline)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Subagents/Agent Teams → .cursor/agents/*.md (no Teams)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 -p (headless) → agent -p (Cursor CLI print mode)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526280"/>
            <a:ext cx="10927080" cy="1143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2744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The starter kit: CURSOR_ADAPTATION.md (docs/ai-agents-code-methodology/)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184648"/>
            <a:ext cx="10424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Full mapping + cursor/ (rules, skills, MCP, hooks ready to copy) + bootstrap-cursor-repo.ps1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same pack includes COPILOT_ADAPTATION.md: not a special case — the discipline reaches a third agent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This same repo is the proof: methodology born in Claude Code, running in Cursor with CURSOR_ADAPTATION.md.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11 · 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From transporting (tarball) to sharing (S3)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30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3317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A · Bring-up: tarball + USB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Outbound = full copy; inbound = data/ delta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USB: manual mount in WSL + verify byte by byte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On the destination: bootstrap + target-setup.sh rebuild the tooling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Still the path to stand up a machine from scratch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23317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B · Day to day: S3-backed record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Narrow scope: changes/**/*.md + graph (no client data)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Write via sync; read via READ-ONLY mount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Dry-run by default; --delete opt-in (don't delete a teammate's work)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ONE publisher. Derived is per file, not per folder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97680"/>
            <a:ext cx="1092708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9884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Agent-specific: machine-local IDENTITY.md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56048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Each machine declares MACHINE_NAME + MACHINE_ROLE (publisher | contributor)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AGENTS.md points to IDENTITY.md — the session reads its role BEFORE acting (otherwise a contributor republishes the graph)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When the durable trail moves from one machine to a team, the agent must know which machine it is on before acting.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The ticket graph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A full case built with graphify — project memory, navigable from Cursor.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12a · The problem and the design (spike)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12b · Pipeline and commands (skill kg, kg-refresh)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12c · The real graph, visualized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12d · Usage and how it hooks into the methodology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3 · 12A · TICKET 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The problem, and why graphify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The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~540 writeup files, sharp edges, runbooks, 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 'new' bug almost always has prior context that constrains the fix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Finding it by hand = remembering it exists +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graph makes it EXPLICIT and queryable in 1 call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The corpus: manifest, not glob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DIFFABLE manifest.txt: ~116 files, ~196k words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Writeups sst-* (+ deterministic fallback) · hubs · runbooks · 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Hard exclusions: binaries, repeated handovers, stale copies (payload/)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Density without new knowledge = noise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343400"/>
            <a:ext cx="10927080" cy="1234440"/>
          </a:xfrm>
          <a:prstGeom prst="rect">
            <a:avLst/>
          </a:prstGeom>
          <a:solidFill>
            <a:srgbClr val="222B38"/>
          </a:solidFill>
          <a:ln w="9525">
            <a:solidFill>
              <a:srgbClr val="8CC2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98848"/>
            <a:ext cx="104241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The technology is graphify — CodeGraph is only the analogy.  </a:t>
            </a:r>
            <a:r>
              <a:rPr sz="1150" b="0">
                <a:solidFill>
                  <a:srgbClr val="E8EAED"/>
                </a:solidFill>
                <a:latin typeface="Segoe UI"/>
              </a:rPr>
              <a:t>Same role (queryable graph before touching anything), different domain (tickets, not code), different tool. The build pipeline was originally generated in Claude Code; today query and refresh live as skills kg / kg-refresh — the same SKILL.md works in Cursor and Claude Code.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Full material (design, scripts, tests, real output): docs/knowledge-graph/.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3 · 12B · TICKET 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Pipeline and skills — kg and kg-refresh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Build (skill kg-refresh)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57400"/>
            <a:ext cx="5806440" cy="19659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prepare   # manifest -&gt; stage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-&gt; scratch OUTSIDE the repo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semantic extraction with the agent: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nodes+edges+clustering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finalize  # output/ + leak-check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0840" y="1755648"/>
            <a:ext cx="484632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1956816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The pieces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2414016"/>
            <a:ext cx="4343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Skills kg and kg-refresh (.cursor/skills/ or .claude/skills/ — same file)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kg_query.sh — wraps graphify explain/path + find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kg_refresh.sh — prepare · finalize · bootstrap · snapshot/restore-memory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build_manifest.py + stage_corpus.py — the corpus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test_kg_*.py — the bookends, TESTED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24528"/>
            <a:ext cx="1092708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70832"/>
            <a:ext cx="10424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The gotcha that holds it up:  </a:t>
            </a:r>
            <a:r>
              <a:rPr sz="1150" b="0">
                <a:solidFill>
                  <a:srgbClr val="E8EAED"/>
                </a:solidFill>
                <a:latin typeface="Segoe UI"/>
              </a:rPr>
              <a:t>graphify respects .gitignore and all of data/ is gitignored → running the detector in place finds 0 files. So the corpus is staged in a scratch outside the repo and artifacts are copied back.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That is why kg-refresh is a skill, not only a script: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semantic step (extraction, parallel subagents) needs an agent; the bookends are deterministic.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Staging with provenance: tkt-103__tkt-103.md, hub__STATUS.md, memory__x.md — every node traces to its source.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3 · 12C · TICKET 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The real graph: 507 nodes, 35 communities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34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764792"/>
            <a:ext cx="8083296" cy="4562856"/>
          </a:xfrm>
          <a:prstGeom prst="rect">
            <a:avLst/>
          </a:prstGeom>
          <a:noFill/>
          <a:ln w="12700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g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8046720" cy="452628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869680" y="1783080"/>
            <a:ext cx="2697480" cy="31089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0" y="1984248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The real 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2441448"/>
            <a:ext cx="219456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507 nodes · 672 edges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35 communities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92% EXTRACTED (reliable)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7% INFERRED (conf. 0.7)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116 files, ~196k words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5029200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Interactive graph.html: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node search, filter by community (vis-network).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Communities map to real danger zones; god-nodes are the free onboarding list.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3 · 12D · TICKET 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How it is used — and where it hooks in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Query: ZERO LLM (kg_query.sh reads graph.json)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57400"/>
            <a:ext cx="5806440" cy="182880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explain &lt;ticket|topic&gt;  # neighbors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path &lt;A&gt; &lt;B&gt;            # path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find &lt;substr&gt;           # exact 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skill kg-refresh                 # rebuild (cheap)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0840" y="1755648"/>
            <a:ext cx="484632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1956816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Where it hooks 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2414016"/>
            <a:ext cx="4343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Stage 1 (Orient) of the 11-stage flow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history-first rule in .cursor/rules/00-methodology-core.mdc: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 kg &lt;ticket|topic&gt; BEFORE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Points to WHAT to read; does not replace reading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69080"/>
            <a:ext cx="5806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Real example: kg get_letter_end </a:t>
            </a:r>
            <a:r>
              <a:rPr sz="1150" b="0">
                <a:solidFill>
                  <a:srgbClr val="9AA4B2"/>
                </a:solidFill>
                <a:latin typeface="Segoe UI"/>
              </a:rPr>
              <a:t>→ the full danger zone instantly: the 5–6 tickets that share that code.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754880"/>
            <a:ext cx="10927080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95604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Honesty and lifecycle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413248"/>
            <a:ext cx="1042416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Recall in dense zones · EXTRACTED = reliable, INFERRED = hint · internal (data/) · derived rebuilds, but hand-authored travels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One semantic step at build time, zero LLM at query time. The graph is the map; the agent, the guide.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From assistant to system, in any editor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PART 1 · the tool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14884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231343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32257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2402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Install + memory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54203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Editor, CLI (agent), or cloud; two-level AGENTS.md + rules; Memories separate.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01752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318211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19125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1089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Context &amp; caching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41071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The budget and the discount: lean and stable wins in both, even if you don't see it on screen.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88620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405079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05993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9776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MCP + skills + Marketplace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27939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Connect your world; package and distribute flows — and share SKILL.md with Claude Code.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75488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" y="491947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92861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8463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Subagents + automation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514807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Scale the work; hooks that guarantee quality; Bugbot and Automations in the cloud.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PART 2 + 3 · the method and the graph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214884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0" y="231343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232257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22402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The 11-stage flow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254203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Deterministic gates; the human owns the decisions.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301752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0" y="318211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319125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31089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The method's tools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341071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CodeGraph · Serena · oracles: cheap→expensive; GSD = the productized method (Claude Code).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0" y="388620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00800" y="405079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405993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49440" y="39776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Transferable, even in ops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49440" y="427939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CURSOR_ADAPTATION.md; machine-sync + S3 record with per-machine identity.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17920" y="475488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00800" y="491947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0" y="492861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48463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The ticket graph (graphify)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49440" y="514807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507 nodes · 35 communities: history-first without LLM, skill kg in any agent.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References:  cursor.com/docs  ·  docs.cursor.com/hooks  ·  cursor.com/marketplace  ·  github.com/colbymchenry/codegraph  ·  github.com/oraios/serena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