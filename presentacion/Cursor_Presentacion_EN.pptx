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the same methodology, </a:t>
            </a:r>
            <a:r>
              <a:rPr sz="2600" b="1">
                <a:solidFill>
                  <a:srgbClr val="E8EAED"/>
                </a:solidFill>
                <a:latin typeface="Segoe UI"/>
              </a:rPr>
              <a:t>a different surface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install · AGENTS.md &amp; rules · context &amp; caching · MCP · skills &amp; marketplace · subagents ·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methodology (tool-agnostic): gated flow · CodeGraph / Serena / GSD · transfer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ticket knowledge graph, built with graphify: pipeline, skills kg / kg-refresh, and the real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Course volume 2: same material as the Claude Code edition, verified against cursor.com/docs and rewritten for Cursor (August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three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Install and basic usage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Memory, instructions, and sessions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Context: context window and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connect your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and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 2 · The methodology (tool-agnostic)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The 11-stage flow + real example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The method's tools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Transfer: from Claude Code to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Ops: machine-sync + S3 record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 3 · The ticket graph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Design · pipeline · skills kg / kg-refresh · the real graph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Close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The tool: from the editor on your desk to agents in the cloud.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Install and basic 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Memory and sessions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 and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and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Three ways in: editor, CLI,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Download from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run tasks in the cloud with no editor open.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Open several repos; distinguish owned context from read-only.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Start in any project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your-project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interactive CLI, login the 1st 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same agent everywhere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async tasks)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reviews PRs automatically on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Install is trivial; the value is in how you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Two modes: interactive and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Interactive — think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or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proposes a plan you approve before anything is touched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for exploring, designing, debugging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and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 on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Combine with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foundation of automation (section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same Cursor, two ways to invoke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"summarize the changes on this branch"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"security-review files touched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the two-level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Level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Minimum orientation: what the project is, repo map, commands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Only one-line POINTERS to everything else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agent's 30-second onboarding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Write-once rule: the core points, it does not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Level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living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debugging lessons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'do not touch' invariants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self-contained ledgers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same cut as in Claude Code: pointers, not copies — AGENTS.md stays deliberately small.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INSTRUCTIONS, PERMISSIONS AND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permissions, and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(combine, don't compete)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@file = include content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root (+ nested: most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specific wins), no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Permissions = allowlist, not UI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rule modes: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a system DISTINCT from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generates Memories automatically from your chats (they are not files you write).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Not the same mechanism as Claude Code auto-memory: treat them as a complement, not a substitute for the two-level pattern.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Where Cursor lives: editor, CLI, and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inline diffs, review in the IDE itself.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in the terminal — same as the editor, no UI; ideal for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runs async tasks; follow progress from the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Reviews every PR on GitHub/GitLab/Bitbucket automatically, no custom script.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agent, same AGENTS.md/rules/MCP — only where it runs changes.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Hidden —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You control this — hence the two-level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If any — different system, review what snuck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of enabled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Conversation +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command output… grows every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 (CLI + editor UI)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free context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previous message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new chat / new agent invocation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context ring in the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Performance degrades BEFORE the window fills: </a:t>
            </a:r>
            <a:r>
              <a:rPr sz="1200" b="0">
                <a:solidFill>
                  <a:srgbClr val="9AA4B2"/>
                </a:solidFill>
                <a:latin typeface="Segoe UI"/>
              </a:rPr>
              <a:t>noisy context = worse decisions. Cursor auto-summarizes as it nears the limit (plus manual /summarize) — do not assume exact parity with Claude Code's /compact.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editor's context ring tells you which block is swelling — measure before you cut.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Minimal AGENTS.md /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If you can delete it without the agent going wrong, delete it. Two levels + pointers.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@file only when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.mdc rules support @file to include content — use carefully, it is eager load.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server adds its tool block. Disable what the project does not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Messy exploration goes to a subagent (section 06); only the summary returns.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 exploration (Plan mode) from implementation; noise does not stay.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Targeted reads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“read config/auth.ts” &gt; “understand auth”. Preview: CodeGraph-first (Part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 2's tool prevalence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don't pay the same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This is from the Anthropic API, not Cursor — but if you automate with the Cursor SDK against Claude, it applies the same. Strict order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a change invalidates its level and the ones after.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A 50-turn session rereads the prefix 50 times at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that discount is what makes long sessions viable.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Minimum cacheable ~1k tokens · max 4 breakpoints · diagnose via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Stable first; breakpoint at the end of the stable part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OUTSIDE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classic error: timestamp BEFORE the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and nobody knows why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Runnable demo: ejemplos/prompt-caching/cache_demo.py — talks to the Anthropic API, not the Cursor product.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what you control in Cursor and what you don't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Small, stable AGENTS.md +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Short prefix that does not change between turns → better behavior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 rules/AGENTS.md mid-session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Base context changes → pay the tax again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Many active MCP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Large, changing tool block → more fixed context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New session / clean chat between unrelated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Avoid dragging an infinite transcript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Assume Cursor exposes cache_control like the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different product; don't copy Claude Code env vars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does not expose cache_control as a product: you get what the model provider decides. What you do control: size/stability of AGENTS.md + rules + MCP tools.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Lean, stable context performs better in any product — Cursor included — even if you never see the discount on screen.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connect your world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Same open standard as in Claude Code — CodeGraph, Serena, Playwright speak MCP in both. Project config in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Project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versioned, shared with the team.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User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 directly, or via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Day-to-day servers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optional supabase).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Add a server (secrets via env var; reload required)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after editing .cursor/mcp.json: reload/restart Cursor — no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05 · SKILLS AND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What the agent can do: Read/Edit/Shell/Grep + Task + mcp__*. Governed by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with frontmatter name+description. Auto-selected by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with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also reads .claude/skills/ — the SAME SKILL.md works in both products.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installable packages of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What is NO LONGER a gap vs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when the original adaptation guide was written, Cursor had neither Skills nor Marketplace. Both are real today — check docs.cursor.com before assuming something “has no equivalent”.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capability Cursor chooses by its description. Marketplace = the versioned distribution.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noise dies outside your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Native Cursor feature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Task-style delegation: isolated context per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Invoked in natural language (or /name)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Parallel execution for independent 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Base types documented loosely — do not assume exact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.cursor/agents/&lt;name&gt;.md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Use CodeGraph and THEN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you need to 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ISOLATED context: only the summary returns to your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Does NOT inherit your conversation: give context in the launch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Ready example: ejemplos/subagents/.cursor/agents/refactor-scout.md (also prompts/ if you prefer to paste at launch).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Real parallelism: multiple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does NOT exist in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Agent Teams: lead + teammates + shared inbox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direct messaging between agents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Don't try a 1:1 port — there is no product equivalent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pragmatic substitute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several tasks in parallel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each Background/Cloud Agent = full session,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on its own branch, no coordination between them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How it works in practice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Partition work by branch/file before launching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human (or the main agent) integrates results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Cost: each Cloud Agent is a full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Ask in natural language: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launch three Background Agents, one per module, each on its own branch; you review and merge.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No shared inbox: partition files/branches — each agent owns its own.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 or Background/Cloud Agent? The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Isolated; returns a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Full session, async, on its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Result only → main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None between agents (no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Low (the expensive work dies outside)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High (N full sessions)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Use it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investigate, 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Long/async work, or real parallelism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or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Bridge to Part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packages roles as plugin subagents; in Cursor those roles live as .cursor/agents/ + skills — this project uses data/changes/, not GSD (see Part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noise dies outside; Background/Cloud Agent for long or async work. The cost is not the same.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deterministic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hook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(project) or ~/.cursor/hooks.json (user)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 payload on STDIN, JSON response on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for gates (ask is often ignored)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too · failClosed if the hook crashes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Blocking pattern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block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user_message:"Blocked: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With AGENTS.md you ask it to behave; with a hook you guarantee it — same as Claude Code, different contract.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hooks to agents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Security (.env), formatting, blocking type-check, veto of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in scripts and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(native) for PR review, or Cursor SDK in your own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Tool-agnostic: demonstrated with Cursor, but the discipline travels.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The 11-stage flow + real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The method's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Transfer: from Claude Code to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Ops: machine-sync + shared record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agent is a disciplined collaborator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“Autonomy is earned decision-by-decision, not granted in bulk.”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agent 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Investigation and diagnosis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Plans and implementation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and documentation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human owns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Go/no-go decisions and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Every external action: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Tool-agnostic:  </a:t>
            </a:r>
            <a:r>
              <a:rPr sz="1100" b="0">
                <a:solidFill>
                  <a:srgbClr val="9AA4B2"/>
                </a:solidFill>
                <a:latin typeface="Segoe UI"/>
              </a:rPr>
              <a:t>this is not a Cursor flow — it is a way of working with ANY agent. Section 10 shows transferring it from Claude Code (and it also reaches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 not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Inbound triage: is the symptom in the contract?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Regression vs. pre-existing (prove it)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explicit human agreement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Verify: outbound gate ×5 (instrument → list → image → look)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 — each thing once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Sanitize — added lines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the human does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Bugbot/bot review + persist lessons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Coral boxes are GATES (decision points). A red gate = STOP: do not write code.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agent orchestrates and is where inference lives; the expensive work concentrates in plan/code/verify, not in search.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 real example,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 is written in the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surfaces the danger zone (a SHARP_EDGE that constrains the fix); git/gh give the baseline.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 MCP) → the Lambda is responsible.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prior baseline: already empty → pre-existing, not a regression.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locate the detector; a deterministic _diag_pdf.py gives the cause: NO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human does push/PR. Bugbot finds one more case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 not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Rule from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FIRST (survey in 1 call) · Serena find_referencing_symbols for the precise check before rename.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Order: cheap → expensive, deterministic → probabilistic.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(ticket graph → danger zone)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source + paths + blast radius +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disambiguates by class (before rename)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Deterministic oracle: parser / validator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Output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against the endpoint the consumer sees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agent's roll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Each tool in one sentence — and its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CODE graph (tree-sitter→SQLite, local, via MCP). Survey in 1 call: source + callers + blast radius + coverage.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Semantic navigation via LSP (MCP). find_referencing_symbols disambiguates by class: the precise check before rename.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plan/execute/verify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The productized method — Claude Code only today. In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Project MEMORY graph (with graphify): tickets + sharp edges. History-first without LLM (Part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triage and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the symptom where the consumer sees it: the real endpoint, not an internal function.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Oracles → diagnose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Own parsers/validators/_diag_*.py: cheap, reproducible answer before spending the agent's roll.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classic inversion — the model diagnoses — is what this order avoids: the model verifies; oracles diagnose.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only exists in Claude Code (today)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GSD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plugin for phased project management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Cycle: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Versioned state in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official port to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Cursor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for the discuss → plan gate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fills the template before implementing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gsd-* roles → Task/subagents + prompts with that role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State in data/changes/ (same as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shines on multi-phase greenfield; not used daily here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without the plugin: in Cursor, Plan mode + skills replicate GSD's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local code intelligence (via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tree-sitter → SQLite index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Symbols: functions, classes, routes, components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Edges: calls, imports, inheritance, references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Deterministic (from the AST), no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Returns: source + paths + blast radius +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register in Cursor (not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creates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after 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"&lt;symbol|question&gt;"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First for navigation:  </a:t>
            </a:r>
            <a:r>
              <a:rPr sz="1100" b="0">
                <a:solidFill>
                  <a:srgbClr val="E8EAED"/>
                </a:solidFill>
                <a:latin typeface="Segoe UI"/>
              </a:rPr>
              <a:t>source + callers + blast radius + coverage in 1 query (treat it as ALREADY read). Serena find_referencing_symbols = precise check (disambiguates by class).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fewer tool calls · 22% faster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(per their benchmarks: nearly eliminates file reads)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query instead of grep→open→follow-import→repeat. Less context, more signal.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semantic navigation, precise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Semantic navigation via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Operates on SYMBOLS, not text: IDE precision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one method from a 5k-line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skeleton of a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who references, BY CLASS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(stdio) — do not use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Why it is MANDATORY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CodeGraph's flat impact mixes homonymous methods (Invoice.process vs Refund.process); Serena disambiguates by class. Complementary, not rivals.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The refactor-scout template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packages the CodeGraph → Serena → grep order as a procedure.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answers 'what breaks?'; Serena answers 'exactly who calls THIS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10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proof: from Claude Code to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on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it was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What DOES change: the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hierarchy)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(same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(same discipline)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(no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starter 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Full mapping + cursor/ (rules, skills, MCP, hooks ready to copy)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same pack includes COPILOT_ADAPTATION.md: not a special case — the discipline reaches a third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This same repo is the proof: methodology born in Claude Code, running in Cursor with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transporting (tarball) to sharing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Outbound = full copy; inbound = data/ delta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manual mount in WSL + verify byte by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the destination: bootstrap + target-setup.sh rebuild the tooling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Still the path to stand up a machine from scratch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Day to day: S3-backed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Narrow scope: changes/**/*.md + graph (no client data)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 via sync; read via READ-ONLY mount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by default; --delete opt-in (don't delete a teammate's work)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publisher. Derived is per file, not per folder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Agent-specific: machine-local IDENTITY.md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Each machine declares MACHINE_NAME + MACHINE_ROLE (publisher | contributor)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points to IDENTITY.md — the session reads its role BEFORE acting (otherwise a contributor republishes the graph)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When the durable trail moves from one machine to a team, the agent must know which machine it is on before acting.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 full case built with graphify — project memory, navigable from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The problem and the design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and commands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The real graph, visualized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Usage and how it hooks into the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why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writeup files, sharp edges, runbooks,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'new' bug almost always has prior context that constrains the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Finding it by hand = remembering it exists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makes it EXPLICIT and queryable in 1 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corpus: manifest, not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DIFFABLE manifest.txt: ~116 files, ~196k 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deterministic fallback) · hubs · runbooks ·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Hard exclusions: binaries, repeated handovers, stale copies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Density without new knowledge = noise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The technology is graphify — CodeGraph is only the analogy.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(queryable graph before touching anything), different domain (tickets, not code), different tool. The build pipeline was originally generated in Claude Code; today query and refresh live as skills kg / kg-refresh — the same SKILL.md works in Cursor and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material (design, scripts, tests, real output):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and skills — kg and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OUTSIDE the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semantic extraction with the agent: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nodes+edges+clustering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and kg-refresh (.cursor/skills/ or .claude/skills/ — same file)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wraps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the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the bookends, TESTED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 that holds it up: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respects .gitignore and all of data/ is gitignored → running the detector in place finds 0 files. So the corpus is staged in a scratch outside the repo and artifacts are copied back.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That is why kg-refresh is a skill, not only a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semantic step (extraction, parallel subagents) needs an agent; the bookends are deterministic.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with provenance: sst-5468__sst-5468.md, hub__STATUS.md, memory__x.md — every node traces to its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graph: 507 nodes, 35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nodes · 672 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communities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(reliable)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files, ~196k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Interactive graph.html: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node search, filter by community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Communities map to real danger zones; god-nodes are the free onboarding list.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12D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How it is used — and where it hooks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(kg_query.sh reads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&lt;ticket|topic&gt;  # neighbors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 # path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 # exact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rebuild (cheap)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Stage 1 (Orient) of the 11-stage 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history-first rule in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&lt;ticket|topic&gt;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Points to WHAT to read; does not replace 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Real example: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the full danger zone instantly: the 5–6 tickets that share that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Honesty and lifecycle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in dense zones · EXTRACTED = reliable, INFERRED = hint · internal (data/) · derived rebuilds, but hand-authored travels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at build time, zero LLM at query time. The graph is the map; the agent, the guide.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system, in any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 1 · the tool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Install +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(agent), or cloud; two-level AGENTS.md + rules; Memories separate.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The budget and the discount: lean and stable wins in both, even if you don't see it on screen.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Connect your world; package and distribute flows — and share SKILL.md with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Scale the work; hooks that guarantee quality; Bugbot and Automations in the cloud.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 2 + 3 · the method and the graph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the human owns the decisions.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oracles: cheap→expensive; GSD = the productized method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even in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CURSOR_ADAPTATION.md; machine-sync + S3 record with per-machine identity.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nodes · 35 communities: history-first without LLM, skill kg in any agent.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References: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