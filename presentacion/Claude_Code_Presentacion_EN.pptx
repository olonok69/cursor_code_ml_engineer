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92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93" r:id="rId15"/>
    <p:sldId id="268" r:id="rId16"/>
    <p:sldId id="269" r:id="rId17"/>
    <p:sldId id="270" r:id="rId18"/>
    <p:sldId id="271" r:id="rId19"/>
    <p:sldId id="294" r:id="rId20"/>
    <p:sldId id="272" r:id="rId21"/>
    <p:sldId id="273" r:id="rId22"/>
    <p:sldId id="274" r:id="rId23"/>
    <p:sldId id="275" r:id="rId24"/>
    <p:sldId id="276" r:id="rId25"/>
    <p:sldId id="278" r:id="rId26"/>
    <p:sldId id="277" r:id="rId27"/>
    <p:sldId id="295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A915-3F6C-42F1-BEFD-E7D452B2D3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A847D-62AE-767A-506C-5A8EFB6B7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DCB44-D827-70F7-D90F-5B32CB1AB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5A4A1-E9E2-C141-4B8D-39BF3B8D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D3FD0-E752-2CBE-61DA-4CDD5743C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1989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18522-75F0-C278-6E93-CA30104FA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81685-227E-128F-BC30-C654D1E0F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F6B14-04EA-17CE-E42A-397A9E1A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918F9-0615-71D8-F2DD-54F68CCD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1C4F1-8A9A-2A48-A321-421A432A9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4845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EF26-2F51-1733-6AEF-9280CC345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4F98-0764-6E60-27B0-5E57ACD5E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0F9B0-CBBD-F94E-C0AC-45DE7901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37EB-0AF7-9330-C27F-29345A300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37196-10D9-6B4A-82BB-559A03E4A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3814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FD63-8AE3-DE5A-FE44-E7E2DE1D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AE664-EC92-D139-38C3-BF9875ED43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A4A7C-E733-4A5C-C633-B46CF4CFE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747F5-8416-1226-AF77-C55D81D0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98BA7F-CE9B-679C-C711-24692D7AA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16BBC-8845-D159-A31B-2280584E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63336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75EEF-8BDB-54CC-5182-E4FA9FC46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62F81-3800-3C25-68A7-53FDA168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88B83-D5D7-8567-F4CA-1EA8CA1A2C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D1231F-2D5A-4A4B-7B98-20C8B5283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E6405D-3730-BE51-E334-39381A7B37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5A373-F82D-D329-481E-858FD5A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ED4A62-1ECD-D79E-A2CF-DAFAF3AD1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34ADCC-F10D-3B96-6AA4-1AE08DC4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21587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FAB5-BB91-A5B9-4766-E5069E4B7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B46227-1E11-2C78-1EA6-4E7B2F2C8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1C9488-4D25-7404-D601-6364700FC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BBAB07-2F7F-5E12-E069-31D758B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152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A0342-315B-7453-D23E-194840221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2AA699-8312-27CC-5D9B-95EBAF1CD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8FD30-2D05-CC48-8E40-8B744AA0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0682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D75ED-58BB-8D92-57C9-C15782B87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E3329-3ED5-1188-B8ED-4E0F986B0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70EC2F-E858-7E41-0A67-F93A4A559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805A0-98F7-499E-B879-4A3F6A44E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11C5C-B1EB-91CA-6B8A-474CC888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A43C7-32D7-1123-469A-4F683328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994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BD34C-52A5-D87E-FCA2-B7FAEA67D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E5D5C2-9925-E6F0-5864-83BC59E7C2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767EC-03EA-76DA-FD35-B01A3FB0C2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5BD7A-913B-7FDB-597B-FC57963CD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19DECF-3DE6-C485-8AFB-936AA698E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E66D9-180C-ED7A-849A-5EB4E5D35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68032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B79-F01C-804C-4E61-1A47DA438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E67148-1BF1-63D6-C79F-0B92D410B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FDAD9-7303-C2EC-B274-F1DE2C4F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927E0-23E6-C7A2-DD58-999844473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75326-E6D1-014A-49FC-94FC2B511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9751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137A79-42D3-4C33-7433-7367718298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6CA469-E72C-78CB-2781-A427579FED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5D210-5A80-BA39-ED14-3A2E0142D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A1660-31E5-9DDB-4167-A5C6CD171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C283F-675B-9C6F-FF2D-0D967C5F3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457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646AC-8053-7E85-E5C0-6E3F03E4C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EB08D-2A32-D722-4E7A-1328F035D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3F96A-30B8-B087-4978-186C09D6F1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6CAF03-6D07-473F-9655-B5E7F3C4F9BA}" type="datetimeFigureOut">
              <a:rPr lang="en-GB" smtClean="0"/>
              <a:t>20/07/2026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6FEE3-A5A7-6135-A2F0-BED2FD872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AC338-8D5B-F469-A5F7-93410D6A2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345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0" name="Picture 9" descr="Graphify">
            <a:extLst>
              <a:ext uri="{FF2B5EF4-FFF2-40B4-BE49-F238E27FC236}">
                <a16:creationId xmlns:a16="http://schemas.microsoft.com/office/drawing/2014/main" id="{ADFB43AB-A93E-8772-1D14-822EE9B4C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C1F2CA2-DE15-47C8-239C-57F5DB9A8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8" name="Picture 7" descr="A white starburst on a red background&#10;&#10;AI-generated content may be incorrect.">
            <a:extLst>
              <a:ext uri="{FF2B5EF4-FFF2-40B4-BE49-F238E27FC236}">
                <a16:creationId xmlns:a16="http://schemas.microsoft.com/office/drawing/2014/main" id="{56B3ADC5-775B-99D8-6DA6-12E101DC34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85" r="2985" b="-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logo of a machine learning engineer&#10;&#10;AI-generated content may be incorrect.">
            <a:extLst>
              <a:ext uri="{FF2B5EF4-FFF2-40B4-BE49-F238E27FC236}">
                <a16:creationId xmlns:a16="http://schemas.microsoft.com/office/drawing/2014/main" id="{B974484C-9450-0A16-98B9-ED33CB95F57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26" r="12996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3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from assistant to </a:t>
            </a:r>
            <a:r>
              <a:rPr sz="2600" b="1">
                <a:solidFill>
                  <a:srgbClr val="E8EAED"/>
                </a:solidFill>
                <a:latin typeface="Segoe UI"/>
              </a:rPr>
              <a:t>agentic development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897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Claude Code: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install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· memory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context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&amp; caching · MCP · skills · subagents &amp; teams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automation</a:t>
            </a:r>
            <a:endParaRPr sz="1350" b="0" dirty="0">
              <a:solidFill>
                <a:srgbClr val="9AA4B2"/>
              </a:solidFill>
              <a:latin typeface="Segoe UI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The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methodology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(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agnostic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):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workflow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with gates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CodeGraph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/ Serena /</a:t>
            </a:r>
            <a:r>
              <a:rPr lang="en-GB" sz="135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lang="en-GB" sz="1350" b="0" dirty="0" err="1">
                <a:solidFill>
                  <a:srgbClr val="9AA4B2"/>
                </a:solidFill>
                <a:latin typeface="Segoe UI"/>
              </a:rPr>
              <a:t>Graphify</a:t>
            </a:r>
            <a:r>
              <a:rPr lang="en-GB" sz="1350" b="0" dirty="0">
                <a:solidFill>
                  <a:srgbClr val="9AA4B2"/>
                </a:solidFill>
                <a:latin typeface="Segoe UI"/>
              </a:rPr>
              <a:t> /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GSD · 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>transfer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dirty="0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>The ticket knowledge graph, built with graphify: pipeline, /kg commands and the real graph</a:t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 err="1">
                <a:solidFill>
                  <a:srgbClr val="9AA4B2"/>
                </a:solidFill>
                <a:latin typeface="Segoe UI"/>
              </a:rPr>
              <a:t/>
            </a:r>
            <a:r>
              <a:rPr sz="1350" b="0" dirty="0">
                <a:solidFill>
                  <a:srgbClr val="9AA4B2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Based on the official docs (code.claude.com), Anthropic's hooks course, GSD, CodeGraph and a real production install.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 and sessions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and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and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(agnostic)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workflow + real example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 the methodology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Machine 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/kg commands · the real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binary in your terminal to agent teams.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and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and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1">
            <a:extLst>
              <a:ext uri="{FF2B5EF4-FFF2-40B4-BE49-F238E27FC236}">
                <a16:creationId xmlns:a16="http://schemas.microsoft.com/office/drawing/2014/main" id="{E1EF55B5-02EB-859C-3637-47B7C2B3E7F8}"/>
              </a:ext>
            </a:extLst>
          </p:cNvPr>
          <p:cNvSpPr/>
          <p:nvPr/>
        </p:nvSpPr>
        <p:spPr>
          <a:xfrm>
            <a:off x="621792" y="4087369"/>
            <a:ext cx="5353812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Install is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with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to update).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or the PowerShell installer.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on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206237"/>
            <a:ext cx="5394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7AA2C7"/>
                </a:solidFill>
                <a:latin typeface="Segoe UI"/>
              </a:rPr>
              <a:t>Start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in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any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project</a:t>
            </a:r>
            <a:endParaRPr sz="1400" b="1" dirty="0">
              <a:solidFill>
                <a:srgbClr val="7AA2C7"/>
              </a:solidFill>
              <a:latin typeface="Segoe U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47522" y="4663438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cd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your-project</a:t>
            </a:r>
            <a:endParaRPr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           # login the 1st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time</a:t>
            </a:r>
            <a:endParaRPr sz="1150" b="0" dirty="0">
              <a:solidFill>
                <a:srgbClr val="E8EAED"/>
              </a:solidFill>
              <a:latin typeface="Consola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17920" y="4078222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4174233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7AA2C7"/>
                </a:solidFill>
                <a:latin typeface="Segoe UI"/>
              </a:rPr>
              <a:t>The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same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engine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in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all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parts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80" y="4608573"/>
            <a:ext cx="4754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Desktop (diffs,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sessions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in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parallel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Web (claude.ai/code,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tasks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long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Installing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thinking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You open `claude` and talk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it proposes a plan and you approve before touching anything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composable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prompt: in via stdin, out via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Fits Unix pipes and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all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Claude, two ways to invoke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"flag any anomalies you see"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"review these files for security"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the two-tier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Tier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Minimal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It's the agent's 30s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doesn't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Tier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live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self-contained ledgers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We cut CLAUDE.md ~73% with no information loss: pointers, not copies.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Hierarchy, permissions and automatic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CLAUDE.md hierarchy (they combine; @file imports)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user global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shared (versioned)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on entering the subfolder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not versioned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specific allowlist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Concrete rules, not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exact pytest…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stores learnings (build commands, debug hints) across sessions without you writing anything.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Sessions that travel across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brings a web/mobile session to the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Follow a local session from your phone or any browser.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hands the session to Desktop to review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Push external events or turn a Slack bug into a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engine and the same CLAUDE.md/settings/MCP across all surfaces.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~4,200 tokens — hidden,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environment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at startup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MCP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index ~120 tokens; the schema, on tool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Your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whatever you decide — hence the two-tier pattern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usage breakdown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focus on the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between tasks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Window: 200K tokens (1M in beta via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Performance degrades BEFORE it fills: noisy context = worse decisions. Auto-compact fires near the limit and is lossy — better a focused manual /compact.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Measure with /context before optimizing: it tells you exactly which block bloats.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CLAUDE.md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Official rule: if you can delete it without Claude going wrong, delete it. Two tiers + pointers.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Loads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and subfolder CLAUDE.md load only when needed. Detail lives outside.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tools block. Disable the ones the project doesn't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Dirty exploration goes to a subagent (section 06); only the summary returns.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Separates exploration (plan mode) from implementation; the noise doesn't move 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config/auth.js” &gt; “understand the auth”. Preview: CodeGraph-first (Part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precedence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for the same thing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Every turn resends ALL context. The API caches the stable prefix —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all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re-reads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that's the discount that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Cacheable minimum ~1k tokens · max 4 breakpoints · diagnosis in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the breakpoint at the end of the stable part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mistake: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watch the cache counters.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in Claude Code: you decide the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CLAUDE.md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never changes → hits every turn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Editing CLAUDE.md/settings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Change the prefix → invalidates cache from there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tools block → expensive writes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Long session, frequent turns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History is re-read at 0.1× — the ideal case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or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Rewrites history → breaks the message cache once, then continues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47488"/>
            <a:ext cx="10927080" cy="5533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dirty="0">
                <a:solidFill>
                  <a:srgbClr val="9AA4B2"/>
                </a:solidFill>
                <a:latin typeface="Segoe UI"/>
              </a:rPr>
              <a:t>Claude Code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applies it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alone (system + tools +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history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prefix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). 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TTL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by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default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: 1 h with </a:t>
            </a:r>
            <a:r>
              <a:rPr sz="1100" b="1" dirty="0" err="1">
                <a:solidFill>
                  <a:srgbClr val="E8EAED"/>
                </a:solidFill>
                <a:latin typeface="Segoe UI"/>
              </a:rPr>
              <a:t>subscription</a:t>
            </a:r>
            <a:r>
              <a:rPr sz="1100" b="1" dirty="0">
                <a:solidFill>
                  <a:srgbClr val="E8EAED"/>
                </a:solidFill>
                <a:latin typeface="Segoe UI"/>
              </a:rPr>
              <a:t> · 5 min with API key. 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Change/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disable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by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env var: </a:t>
            </a:r>
            <a:r>
              <a:rPr sz="1050" b="0" dirty="0">
                <a:solidFill>
                  <a:srgbClr val="D97757"/>
                </a:solidFill>
                <a:latin typeface="Consolas"/>
              </a:rPr>
              <a:t>ENABLE_PROMPT_CACHING_1H · FORCE_PROMPT_CACHING_5M · DISABLE_PROMPT_CACHING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. Each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each read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renews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the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window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: with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subscription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one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pause of up to 1 h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continues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lang="en-GB" sz="1100" b="0" dirty="0" err="1">
                <a:solidFill>
                  <a:srgbClr val="9AA4B2"/>
                </a:solidFill>
                <a:latin typeface="Segoe UI"/>
              </a:rPr>
              <a:t>in</a:t>
            </a:r>
            <a:r>
              <a:rPr lang="en-GB" sz="1100" b="0" dirty="0">
                <a:solidFill>
                  <a:srgbClr val="9AA4B2"/>
                </a:solidFill>
                <a:latin typeface="Segoe UI"/>
              </a:rPr>
              <a:t> cache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944156"/>
            <a:ext cx="1060704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dirty="0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>Lean, stable context performs better AND costs less: two tiers optimize both axes at once.</a:t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lang="en-GB"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 err="1">
                <a:solidFill>
                  <a:srgbClr val="E8EAED"/>
                </a:solidFill>
                <a:latin typeface="Segoe UI"/>
              </a:rPr>
              <a:t/>
            </a:r>
            <a:r>
              <a:rPr sz="1250" b="0" dirty="0">
                <a:solidFill>
                  <a:srgbClr val="E8EAED"/>
                </a:solidFill>
                <a:latin typeface="Segoe UI"/>
              </a:rPr>
              <a:t/>
            </a:r>
            <a:r>
              <a:rPr sz="1300" b="1" dirty="0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Open standard to plug Claude into external data and tools. Tools appear as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Local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only you, this machine.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at the root, versioned, shared with the team.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all your projects.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I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each server adds context — section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status      /mcp   # OAuth auth and tools in-session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PLUGINS, TOOLS AND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Four layers of extensibility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Claude can do: Read/Edit/Bash/Grep/Task + mcp__*. Governed by permissions.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The body is the prompt. You invoke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with description. Claude auto-selects it; carries scripts/templates.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Bundle skills+commands+agents+MCP+hooks. /plugin install. GSD is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The 5th layer — subagents and agent teams — deserves its own section: it's next.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shortcut you invoke. Skill = capability Claude decides to use. Plugin = the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(Task tool)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read-only search across the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design the strategy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multi-step, all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 parallel for independent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a .md with frontmatter (/agents lists them)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Reviews vulnerabilities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after changes to auth or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You are a senior security engineer…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context in the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auto-selection · tools = own allowlist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Real examples in ejemplos/subagents/: security-reviewer and refactor-scout (CodeGraph→Serena rule).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architecture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each one a full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Shared task list: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Direct messaging between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They can debate findings, not just report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your custom subagents reused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Enable (off by default)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Limits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in-process /resume · one team per session · no nesting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require tmux or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teammate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You 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“set up a team with one architect and two implementers; require plan approval before touching code”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Partition the files: each teammate owns theirs.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53B7-85B5-6281-9492-98EA3A5A0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06D701D-CA3C-5F04-BE9A-F9D9D0165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62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team?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teammate = full session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messages between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(costly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sessions in parallel)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Real parallelism: multi-layer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Nothing, or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Experimental env var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packages exactly this — gsd-planner, gsd-executor, gsd-verifier are custom subagents as a plugin (this project uses the data/changes/ flow, not GSD — see Part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team so several Claudes can debate.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 hook's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via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on the tool 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allows · exit 2 BLOCKS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intent (tool_input) · Post = result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console.error("Blocked: don't read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instructions you ask for good behavior; with a hook you guarantee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892808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scheduled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 (prettier), blocking type-check, 'AI reviewing AI' via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in any Unix pipe or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on every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Anthropic infra)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397" y="426110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dirty="0">
                <a:solidFill>
                  <a:srgbClr val="7AA2C7"/>
                </a:solidFill>
                <a:latin typeface="Segoe UI"/>
              </a:rPr>
              <a:t>Agent SDK — custom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workflows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(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least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privilege)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736592"/>
            <a:ext cx="10469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import { query } from "@anthropic-ai/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-agent-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sdk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for await (const m of query({ prompt, options: {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allowedTools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  if 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m.type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=== "result") console.log(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m.result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Claude Code, but the discipline travels.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workflow + real example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 to another agent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Machine sync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per-decision, not granted wholesale.”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not a Claude Code workflow — a way of working with ANY agent. Section 10 proves it by transferring it to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A </a:t>
            </a:r>
            <a:r>
              <a:rPr sz="3000" b="1" dirty="0" err="1">
                <a:solidFill>
                  <a:srgbClr val="E8EAED"/>
                </a:solidFill>
                <a:latin typeface="Segoe UI"/>
              </a:rPr>
              <a:t>example</a:t>
            </a:r>
            <a:r>
              <a:rPr sz="3000" b="1" dirty="0">
                <a:solidFill>
                  <a:srgbClr val="E8EAED"/>
                </a:solidFill>
                <a:latin typeface="Segoe UI"/>
              </a:rPr>
              <a:t> real,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Architecture</a:t>
            </a:r>
            <a:r>
              <a:rPr lang="en-GB" sz="30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Application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6953C6D-B7EA-5D13-3CD3-9B97B5F2D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symptom in the contract?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explicit human agreement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contract (wrapper) + deployed image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Coral boxes are GATES (decision points). A red gate = STOP: no writing code.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hosts the inference; cost concentrates in plan/code/verify, not in searching.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A02-1C20-94A7-9CE6-7F7F3186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865F38-7D6F-B081-83BA-5BC1E32D0257}"/>
              </a:ext>
            </a:extLst>
          </p:cNvPr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85EB85-FF1D-2494-8ED0-8927A28C93E4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7E6F93-D25A-57C0-77C2-88C7E5F6395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A2E75-AA88-C1A3-8BC5-FA7DDD9D9780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914871-DCB7-740A-1965-AC6BACC62AD8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A71F9-BD71-E267-8697-8F1FF2F1A1E1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447046-7965-BA71-1F00-D8ABEFF53042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50C9E11-411A-918F-B700-38BF88ECB135}"/>
              </a:ext>
            </a:extLst>
          </p:cNvPr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6DFDFD-E646-7DC0-F860-0FC73785B094}"/>
              </a:ext>
            </a:extLst>
          </p:cNvPr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30B290B-D11A-34E0-80DB-6D11FC1CDA05}"/>
              </a:ext>
            </a:extLst>
          </p:cNvPr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5FC8411-E428-E5C6-BA61-F800F369FCED}"/>
              </a:ext>
            </a:extLst>
          </p:cNvPr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5F84C3-4980-3F6D-389D-ADEED202A316}"/>
              </a:ext>
            </a:extLst>
          </p:cNvPr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0217FA-2FE6-3D61-854D-491C690978FD}"/>
              </a:ext>
            </a:extLst>
          </p:cNvPr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F2F30B6-2413-7E86-FEA0-A2876C575FD8}"/>
              </a:ext>
            </a:extLst>
          </p:cNvPr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2DAEDA-3400-3D7E-7C98-BFCE31614486}"/>
              </a:ext>
            </a:extLst>
          </p:cNvPr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B7DF6B-336B-6A2B-991C-AD9CCEF9883B}"/>
              </a:ext>
            </a:extLst>
          </p:cNvPr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2DF16A-94A2-77CE-E20B-2263CA39EF3B}"/>
              </a:ext>
            </a:extLst>
          </p:cNvPr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00CEA6C-8D29-8FEE-4339-7ACEF1372D6C}"/>
              </a:ext>
            </a:extLst>
          </p:cNvPr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9A0FDB5-DC69-64F9-7D9C-4C50C3C3506C}"/>
              </a:ext>
            </a:extLst>
          </p:cNvPr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C6CCCE-1FE9-AF3C-2375-6DDBE5CDDEE9}"/>
              </a:ext>
            </a:extLst>
          </p:cNvPr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FD3CAC-1A45-605E-52AA-E13042393F48}"/>
              </a:ext>
            </a:extLst>
          </p:cNvPr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15B6919-17A0-EFBF-A829-E43D58E6557F}"/>
              </a:ext>
            </a:extLst>
          </p:cNvPr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F0FD6F-D01C-3E4E-D8D3-8048770A6E33}"/>
              </a:ext>
            </a:extLst>
          </p:cNvPr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60F844-9871-AB54-9BFA-237182EB676C}"/>
              </a:ext>
            </a:extLst>
          </p:cNvPr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1A787-6F90-F532-277E-FC1CD481DD00}"/>
              </a:ext>
            </a:extLst>
          </p:cNvPr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0467D1D-E204-9365-52A4-99057E472B3B}"/>
              </a:ext>
            </a:extLst>
          </p:cNvPr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D16CFA53-3B4E-7A8B-FA0E-1386FA1041AC}"/>
              </a:ext>
            </a:extLst>
          </p:cNvPr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393DDF-442E-BA89-FBE8-F7F638B5F781}"/>
              </a:ext>
            </a:extLst>
          </p:cNvPr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B7F6C2-7B05-6E20-0E25-F11F74AC1C2A}"/>
              </a:ext>
            </a:extLst>
          </p:cNvPr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AFD76A4-30BF-407D-3915-BDF7BAA3D11B}"/>
              </a:ext>
            </a:extLst>
          </p:cNvPr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A304E30-91C2-1D02-3C5F-082DF6C429B1}"/>
              </a:ext>
            </a:extLst>
          </p:cNvPr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AC503E-96F5-2960-AD40-5913378FD478}"/>
              </a:ext>
            </a:extLst>
          </p:cNvPr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629FE2-6A3E-2AB9-AC7C-A32CC2C46043}"/>
              </a:ext>
            </a:extLst>
          </p:cNvPr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DD87D28-9EFB-971C-AE8A-96161CEF7DB5}"/>
              </a:ext>
            </a:extLst>
          </p:cNvPr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1736D472-5821-A00F-91CF-84D7F9598BF3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F69F6B-EA63-9568-FF7A-C42B26CF6108}"/>
              </a:ext>
            </a:extLst>
          </p:cNvPr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  <p:extLst>
      <p:ext uri="{BB962C8B-B14F-4D97-AF65-F5344CB8AC3E}">
        <p14:creationId xmlns:p14="http://schemas.microsoft.com/office/powerpoint/2010/main" val="958565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CLAUDE.md rule: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renaming.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disambiguates by class (before renaming)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072033"/>
            <a:ext cx="64008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GB" sz="1150" b="0" dirty="0" err="1">
                <a:solidFill>
                  <a:srgbClr val="E8EAED"/>
                </a:solidFill>
                <a:latin typeface="Segoe UI"/>
              </a:rPr>
              <a:t>Code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deterministic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: parser /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validator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on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LLM call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CODE (tree-sitter→SQLite, local). Survey in 1 call: source + callers + blast radius + coverage.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LSP. find_referencing_symbols disambiguates by class: the precise check before renaming.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method productized (gsd-* subagents + .planning/). For multi-phase greenfield; this project uses data/changes/, not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Ticket graph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Graph of the project's MEMORY (with graphify): tickets + sharp edges. History-first, no LLM (Part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Your own parsers/validators/_diag_*.py: a cheap, reproducible answer before spending the LLM call.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the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the methodology productized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Phase-based cycle, state versioned in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parallel waves,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atomic commits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150" b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what's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Specialized subagents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breakdown + dependencies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will it meet the goal?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atomic commits,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by severity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verifies the GOAL, not just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Do we use it here?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this project runs the 11-stage workflow + data/changes/, more refined for per-ticket fixes. GSD fits a multi-component greenfield (roadmap → phases). Here it illustrates Part 1: custom subagents + skills as a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productized: GSD for multi-phase greenfield; here, data/changes/ tuned to per-ticket fixes.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index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writes the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 --path sets the default repo.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its benchmarks: nearly eliminates file reads)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a file's skeleton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it's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same-name methods (Invoice.process vs Refund.process); Serena disambiguates them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subagent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packages the CodeGraph → Serena → grep order as a procedure.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Proof it's agnostic: taking it to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agreement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against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Re-mapped per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contract: HTTP / DB / event / artifact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test pyramid and the deployed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local sanitization rules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tools: Serena/CodeGraph//kg are fungible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STATUS · SHARP_EDGES · handover · QA templates + bootstrap-new-repo.ps1 → structure in the target repo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Without the ticket graph: deterministic fallback (STATUS newest-first + lexical search + commit history) = 80% of the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If you keep only five rules, keep these five. Tools get swapped; the discipline travels.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runbook: syncing machines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full copy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dereferences the .aws symlink (critical)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Excludes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byte-for-byte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target: bootstrap (/kg) + target-setup.sh rebuild the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delta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code is already on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Gitignored docs in data/ + memory (snapshot-memory) travel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main one: restore-memory → /kg-refresh rebuilds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of STATUS.md; STOP if it had manual edits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An agent drives the landing — with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Non-destructive only (rename, don't delete) · git fetch = only network 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does push / merge; the agent prepares and reports with evidence (counts,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methodology isn't just for code: durable memory, guardrails and 'the human does the external' in ops too.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complete case built with graphify — not CodeGraph: the project's memory, navigable.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hook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files of writeups,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constraining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DIFFABLE: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sst-* writeups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just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Phase 1 was a SPIKE with a keep/extend/replace decision: validate off-the-shelf graphify before investing in custom extraction. It sufficed — and it stayed.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commands built in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ONLY step with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and /kg-refresh — Claude Code skills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behind it: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honors .gitignore and all of data/ is ignored → running the detector in place finds 0 files. Hence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That's why /kg-refresh is a skill, not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(/graphify, subagents in parallel) is a Claude step; the bookends are deterministic.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sst-5468__sst-5468.md, hub__STATUS.md, memory__x.md — each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info panel, community filter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the god-nodes are a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it's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&lt;ticket|topic&gt; # neighbors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path  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exact node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rebuild (cheap)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workflow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history-first rule: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at WHAT to read; doesn't replace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5-6 tickets sharing that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derived: never travels, gets rebuilt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in the build, zero LLM in the query.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One line; two-tier CLAUDE.md; sessions that travel.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both.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workflows.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workflow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method productized.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to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proven on Copilot; machine-sync with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history-first, no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1344</TotalTime>
  <Words>6006</Words>
  <Application>Microsoft Office PowerPoint</Application>
  <PresentationFormat>Widescreen</PresentationFormat>
  <Paragraphs>698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Consolas</vt:lpstr>
      <vt:lpstr>Segoe UI</vt:lpstr>
      <vt:lpstr>Office Theme</vt:lpstr>
      <vt:lpstr>1_Office Theme</vt:lpstr>
      <vt:lpstr>Agentic Ai  Claude Code: from assistant to agentic developing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 SHR</cp:lastModifiedBy>
  <cp:revision>10</cp:revision>
  <dcterms:created xsi:type="dcterms:W3CDTF">2013-01-27T09:14:16Z</dcterms:created>
  <dcterms:modified xsi:type="dcterms:W3CDTF">2026-07-20T07:28:14Z</dcterms:modified>
  <cp:category/>
</cp:coreProperties>
</file>