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la misma metodología, </a:t>
            </a:r>
            <a:r>
              <a:rPr sz="2600" b="1">
                <a:solidFill>
                  <a:srgbClr val="E8EAED"/>
                </a:solidFill>
                <a:latin typeface="Segoe UI"/>
              </a:rPr>
              <a:t>otra superficie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instalación · AGENTS.md &amp; rules · contexto &amp; caching · MCP · skills &amp; marketplace · subagents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 (machine-sync + S3)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skills kg / kg-refresh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Volumen 2 del curso: mismo material que la versión Claude Code, verificado contra cursor.com/docs y reescrito para Cursor (agosto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y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Transferir: de Claude Code a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Ops: machine-sync + registro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skills kg / kg-refresh · el grafo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editor en tu escritorio a agentes en la nube.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y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Tres formas de entrar: editor, CLI,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Descarga desde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corre tareas en la nube sin editor abierto.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Abre varios repos; distingue propiedad de contexto de solo-lectura.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CLI interactivo, login la 1ª vez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agente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tareas async)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revisa PRs automáticamente en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y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resultado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Combina con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la automatización (sección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Cursor, dos formas de invocarlo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"resume los cambios de esta rama"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"revisa por seguridad los ficheros tocados vs main"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ledgers autocontenidos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recorte que en Claude Code: punteros, no copias — AGENTS.md se mantiene deliberadamente pequeño.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permisos y memoria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(se combinan, no compiten)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@fichero = incluye contenido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raíz (+ anidado: gana el más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específico), sin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allowlist, no solo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modos de rule: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un sistema DISTINTO de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 Memories automáticamente a partir de tus chats (no son ficheros que tú escribes).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es el mismo mecanismo que la auto-memory de Claude Code: trátalas como complemento, no como sustituto del patrón de dos niveles.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Dónde vive Cursor: editor, CLI y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diffs inline, revisión en el propio 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en terminal — igual que el editor, sin UI; ideal para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corre tareas async; sigue el progreso desde la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Revisa cada PR en GitHub/GitLab/Bitbucket automáticamente, sin script propio.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agente, mismos AGENTS.md/rules/MCP — cambia solo dónde se ejecuta.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Oculto —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controlas tú — por eso el patrón de dos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Si las hay — distinto sistema, revisa qué se coló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de las tools habilitadas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 (CLI + UI del editor)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liberar contexto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mensaje previo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nueva chat / nueva invocación de agent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anillo de contexto en el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El rendimiento degrada ANTES de llenar la ventana: </a:t>
            </a:r>
            <a:r>
              <a:rPr sz="1200" b="0">
                <a:solidFill>
                  <a:srgbClr val="9AA4B2"/>
                </a:solidFill>
                <a:latin typeface="Segoe UI"/>
              </a:rPr>
              <a:t>contexto con ruido = peores decisiones. Cursor resume automáticamente al acercarse al límite (además del /summarize manual) — no asumas paridad exacta con /compact de Claude Code.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anillo de contexto del editor te dice qué bloque engorda — mide antes de recortar.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AGENTS.md / rules mínimos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 puedes borrarlo sin que el agente se equivoque, bórralo. Dos niveles + punteros.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@fichero solo si hace falta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rules .mdc soportan @fichero para incluir contenido — úsalo con cuidado, es carga eager.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 (sección 06); vuelve solo el resumen.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config/auth.ts” &gt; “entiende el auth”. Adelanto: CodeGraph-primero (Parte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Esto es de la API de Anthropic, no de Cursor — pero si automatizas con la Cursor SDK contra Claude, aplica igual.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habla con la API Anthropic, no con el producto Cursor.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qué controlas en Cursor y qué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AGENTS.md + rules pequeños y estables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no cambia entre turnos → mejor comportamiento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rules/AGENTS.md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contexto base → paga impuesto de nuevo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más contexto fijo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Nueva sesión / chat limpio entre tareas no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Evita arrastrar transcript infinito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Asumir que Cursor expone cache_control como la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es un producto distinto; no copies env vars de 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no expone cache_control como producto: aplica lo que el proveedor del modelo decida. Lo que sí controlas: tamaño/estabilidad de AGENTS.md + rules + tools MCP.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en cualquier producto — Cursor incluido — aunque no veas el descuento en pantalla.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Mismo estándar abierto que en Claude Code — CodeGraph, Serena, Playwright hablan MCP en ambos. Config de proyecto en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versionado, compartido con el equipo.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editable directamente, o vía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del día a día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(+ supabase opcional).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recarga obligatoria)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tras editar .cursor/mcp.json: recarga/reinicia Cursor — no hay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SKILLS Y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con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el agente puede hacer: Read/Edit/Shell/Grep + Task + mcp__*. Gobernadas por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con frontmatter name+description. Auto-selección por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con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también lee .claude/skills/ — el MISMO SKILL.md sirve en los dos productos.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paquetes instalables de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Lo que YA NO es una brecha frente a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cuando se escribió la guía original de adaptación no existían ni Skills ni Marketplace en Cursor. Hoy ambos son reales — revisa docs.cursor.com antes de asumir que algo “no tiene equivalente”.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capacidad que Cursor decide usar por su description. Marketplace = el reparto versionado.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Feature nativa de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Delegación tipo Task: contexto aislado por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 invoca por lenguaje natural (o /nombre)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Ejecución en paralelo para trabajo independiente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Tipos base documentados de forma laxa — no asumas nombres exactos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.cursor/agents/&lt;nombre&gt;.md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Usa CodeGraph y LUEGO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dale contexto en el prompt de lanzamiento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 listo: ejemplos/subagents/.cursor/agents/refactor-scout.md (también prompts/ si prefieres pegar al lanzar).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Paralelismo real: varios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NO existe en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 Teams de Claude Code: lead + teammates + inbox compartido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mensajería directa entre agentes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lo intentes portar 1:1 — no hay producto equivalente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sustituto pragmático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varias tareas en paralelo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cada Background/Cloud Agent = sesión completa,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en su propia rama, sin coordinarse entre sí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Cómo se usa en la 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Particiona el trabajo por rama/fichero antes de lanzar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humano (o el agente principal) integra resultados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Cloud Agent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lanza tres Background Agents, uno por módulo, cada uno en su propia rama; revisa y haz merge tú.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Sin inbox compartido: particiona los ficheros/ramas — cada agente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 o Background/Cloud Agent?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Sesión completa, async, en su rama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sesión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Ninguna entre agentes (sin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completas)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Trabajo largo/async, o en paralelo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(UI / handoff &amp;)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empaqueta roles como subagentes plugin; en Cursor esos roles viven como .cursor/agents/ + skills — este proyecto usa data/changes/, no GSD (ver Parte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para que el ruido muera fuera; Background/Cloud Agent para trabajo largo o async.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(proyecto) o ~/.cursor/hooks.json (usuario)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STDIN, respuesta JSON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prefer deny para gates (ask a menudo se ignora)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2 = deny también · failClosed si el hook crashea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bloquear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user_message:"Bloqueado: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AGENTS.md le pides que se porte bien; con un hook lo garantizas — igual que en Claude Code, distinto contrato.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formato, type-check bloqueante, veto de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en scripts y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(nativo) para revisión de PR, o Cursor SDK en tu propio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Agent.prompt (one-shot) · Agent.create+send (stream/multi-turn)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result = await Agent.prompt(prompt,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apiKey: process.env.CURSOR_API_KEY!,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multi-turn: Agent.create(...) → agent.send(...) → run.stream()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Cursor, pero la disciplina viaja.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Transferir: de Claude Code a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Ops: machine-sync + registro compartido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Cursor — es una forma de trabajar con CUALQUIER agente. La sección 10 lo demuestra transfiriéndola desde Claude Code (y también llega a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acuerdo humano explícito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gate outbound ×5 (instrumento → lista → imagen → mirar)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Bugbot/bot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saca la zona de peligro (un SHARP_EDGE que restringe el fix); git/gh dan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 MCP) → el Lambda es responsable.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localizan el detector; un _diag_pdf.py determinista da la causa: SIN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el humano hace push/PR. Bugbot detecta un caso más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agente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local, vía MCP). Survey en 1 llamada: fuente + callers + blast radius + cobertura.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 (MCP). find_referencing_symbols desambigua por clase: el chequeo preciso antes de renombrar.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— solo Claude Code hoy. En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agente.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solo existe en Claude Code (hoy)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Qué es GSD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Plugin de Claude Code para gestión de proyectos por fases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Ciclo: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Subagentes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versionado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hay port oficial a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Equivalente en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para el gate discuss → 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rellena la plantilla antes de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gsd-* → Task/subagents + prompts con ese 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en data/changes/ (igual que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brilla en greenfield multi-fase; aquí no se usa a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sin el plugin: en Cursor, Plan mode + skills replican los gates de GSD.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 (vía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registro en Cursor (no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 — no uses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La plantilla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empaqueta el orden CodeGraph → Serena → grep como procedimiento.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real: de Claude Code a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 que SÍ cambia: la superficie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jerarquía)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(mismo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(misma disciplina)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(sin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mapeo completo + cursor/ (rules, skills, MCP, hooks listos para copiar)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mismo pack trae COPILOT_ADAPTATION.md: no es un caso especial — la disciplina llega a un tercer agente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Este mismo repo es la prueba: metodología nacida en Claude Code, corriendo en Cursor con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transportar (tarball) a compartir (S3)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 · Bring-up: tarball + USB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Outbound = copia completa; inbound = solo delta de data/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+ target-setup.sh rehacen el tooling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Sigue siendo el camino para levantar una máquina desde cero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B · Día a día: registro sobre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Alcance estrecho: changes/**/*.md + grafo (nada de cliente)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Escribe por sync; lee por mount de SOLO LECTURA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por defecto; --delete opt-in (no borrar al compañero)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= fuente de verdad; grafo derivado (un publisher)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específico de agentes: IDENTITY.md machine-local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Cada máquina declara MACHINE_NAME + MACHINE_ROLE (publisher | contributor)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AGENTS.md apunta a IDENTITY.md — la sesión lee su rol ANTES de actuar (si no, un contributor republica el grafo)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Cuando el rastro durable pasa de una máquina a un equipo, el agente tiene que saber en qué máquina está antes de actuar.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la memoria del proyecto, navegable desde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El pipeline de build se generó originalmente en Claude Code; hoy la consulta y el refresco viven como skills kg / kg-refresh — el mismo SKILL.md funciona en Cursor y en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skills — kg y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extracción semántica con el agente: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y kg-refresh (.cursor/skills/ o .claude/skills/ — mismo fichero)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kg-refresh es un skill, no solo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(extracción, subagentes en paralelo) necesita un agente; los bookends son deterministas.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filtro por comunidad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&lt;ticket|tema&gt;  # vecinos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# camino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# nombre exacto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reconstruir (barato)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derivado: nunca viaja, se reconstruye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sistema, en cualquier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 o nube; AGENTS.md + rules de dos niveles; Memories aparte.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ambos, aunque no lo veas en pantalla.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 — y comparte SKILL.md con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calidad; Bugbot y Automations en la nube.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CURSOR_ADAPTATION.md; machine-sync + registro S3 con identidad por máquina.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LLM, skill kg en cualquier agente.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