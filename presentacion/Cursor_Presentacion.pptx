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https://cursor.com/install -fsS | bash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CLI en modo headless: prompt in, resultado 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Unix, git hooks y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agent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agent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proyecto + usuario, con glob (server:*, *:tool)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/clear      # nueva sesión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volver a un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resumir y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 (uso por bloque)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/clear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allowlist server:tool, con glob.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 (2.4+)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"Subagente custom" = plantilla de prompt + skill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Plantilla de prompt (no hay .claude/agents/*.md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equivalente): pégala al lanzar el subagent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"Actúa como refactor-scout: usa CodeGraph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codegraph_explore y LUEGO Serena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find_referencing_symbols antes de proponer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el rename."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portados en ejemplos/subagents/prompts/: security-reviewer y refactor-scout.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Prompt/skill al lanzar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o CLI --background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skills/prompts — este proyecto usa el flujo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allow/deny/ask · exit 2 = deny también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failClosed: si el hook crashea, bloquea (no fail-open)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cualquier tubería Unix, git hook o script.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cloud: { repos, autoCreatePR } para PRs automáticos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agent = await Agent.create({ apiKey: process.env.CURSOR_API_KEY,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run = await agent.send(prompt);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ev of run.stream()) { /* … */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Cursor Subagents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