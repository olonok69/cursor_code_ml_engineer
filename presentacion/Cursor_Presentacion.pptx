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y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resultado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Combina con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"resume los cambios de esta rama"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"revisa por seguridad los ficheros tocados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nueva chat / nueva invocación de 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chat limpio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 (2.4+)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.cursor/agents/&lt;nombre&gt;.md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Usa CodeGraph y LUEGO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 listo: ejemplos/subagents/.cursor/agents/refactor-scout.md (también prompts/ si prefieres pegar al lanzar).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o CLI --background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.cursor/agents/ + skills — este proyecto usa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allow/deny/ask · exit 2 = deny también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failClosed: si el hook crashea, bloquea (no fail-open)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scripts y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cloud: { repos, autoCreatePR } para PRs automáticos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agent = await Agent.create({ apiKey: process.env.CURSOR_API_KEY,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run = await agent.send(prompt);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ev of run.stream()) { /* … */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~/.cursor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(skill kg) + target-setup.sh rehacen el tooling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refresco de skill 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07408"/>
            <a:ext cx="10927080" cy="12801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tkt-103__tkt-103.md,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 Claude Code a Cursor con CURSOR_ADAPTATION.md; machine-sync con guardrails.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