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la misma metodología, </a:t>
            </a:r>
            <a:r>
              <a:rPr sz="2600" b="1">
                <a:solidFill>
                  <a:srgbClr val="E8EAED"/>
                </a:solidFill>
                <a:latin typeface="Segoe UI"/>
              </a:rPr>
              <a:t>otra superficie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instalación · AGENTS.md &amp; rules · contexto &amp; caching · MCP · skills &amp; marketplace · subagents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skills kg / kg-refresh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Volumen 2 del curso: mismo material que la versión Claude Code, verificado contra cursor.com/docs y reescrito para Cursor (agosto 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Cursor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42816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y Marketplace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Transferir: de Claude Code a Cursor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Sincronización de máquinas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skills kg / kg-refresh · el grafo real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editor en tu escritorio a agentes en la nube.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y Marketplace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221224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Tres formas de entrar: editor, CLI,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Descarga desde cursor.com — macOS / Windows / Linux.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https://cursor.com/install -fsS | bash — headless-capable.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corre tareas en la nube sin editor abierto.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Abre varios repos; distingue propiedad de contexto de solo-lectura.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539496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CLI interactivo, login la 1ª vez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23944"/>
            <a:ext cx="525780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agente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tareas async)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revisa PRs automáticamente en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CLI en modo headless: prompt in, resultado 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Unix, git hooks y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la automatización (sección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Cursor, dos formas de invocarlo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17720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agent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agent -p "revisa estos ficheros por seguridad"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ledgers autocontenidos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recorte que en Claude Code: punteros, no copias — AGENTS.md se mantiene deliberadamente pequeño.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permisos y memoria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(se combinan, no compiten)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5486400" cy="2148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@fichero = incluye contenido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raíz (+ anidado: gana el más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específico), sin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allowlist server:tool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allowlist, no solo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proyecto + usuario, con glob (server:*, *:tool)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modos de rule: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un sistema DISTINTO de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 Memories automáticamente a partir de tus chats (no son ficheros que tú escribes).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es el mismo mecanismo que la auto-memory de Claude Code: trátalas como complemento, no como sustituto del patrón de dos niveles.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Dónde vive Cursor: editor, CLI y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diffs inline, revisión en el propio 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en terminal — igual que el editor, sin UI; ideal para SSH/servers.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corre tareas async; sigue el progreso desde la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Revisa cada PR en GitHub/GitLab/Bitbucket automáticamente, sin script propio.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agente, mismos AGENTS.md/rules/MCP — cambia solo dónde se ejecuta.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Oculto —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controlas tú — por eso el patrón de dos niveles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Si las hay — distinto sistema, revisa qué se coló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de las tools habilitadas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resultados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 (CLI + UI del editor)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/clear      # nueva sesión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volver a un mensaje previo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resumir y liberar contexto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anillo de contexto en el editor (uso por bloque)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El rendimiento degrada ANTES de llenar la ventana: </a:t>
            </a:r>
            <a:r>
              <a:rPr sz="1200" b="0">
                <a:solidFill>
                  <a:srgbClr val="9AA4B2"/>
                </a:solidFill>
                <a:latin typeface="Segoe UI"/>
              </a:rPr>
              <a:t>contexto con ruido = peores decisiones. Cursor resume automáticamente al acercarse al límite (además del /summarize manual) — no asumas paridad exacta con /compact de Claude Code.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anillo de contexto del editor te dice qué bloque engorda — mide antes de recortar.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AGENTS.md / rules mínimos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 puedes borrarlo sin que el agente se equivoque, bórralo. Dos niveles + punteros.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@fichero solo si hace falta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rules .mdc soportan @fichero para incluir contenido — úsalo con cuidado, es carga eager.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 (sección 06); vuelve solo el resumen.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config/auth.ts” &gt; “entiende el auth”. Adelanto: CodeGraph-primero (Parte 2).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Esto es de la API de Anthropic, no de Cursor — pero si automatizas con la Cursor SDK contra Claude, aplica igual.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5349240" cy="26517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habla con la API Anthropic, no con el producto Cursor.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qué controlas en Cursor y qué no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AGENTS.md + rules pequeños y estables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no cambia entre turnos → mejor comportamiento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963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rules/AGENTS.md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contexto base → paga impuesto de nuevo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1810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más contexto fijo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3989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3989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Nueva sesión / /clear entre tareas no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Evita arrastrar transcript infinito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6168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61688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Asumir que Cursor expone cache_control como la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es un producto distinto; no copies env vars de Claude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no expone cache_control como producto: aplica lo que el proveedor del modelo decida. Lo que sí controlas: tamaño/estabilidad de AGENTS.md + rules + tools MCP.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en cualquier producto — Cursor incluido — aunque no veas el descuento en pantalla.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Mismo estándar abierto que en Claude Code — CodeGraph, Serena, Playwright hablan MCP en ambos. Config de proyecto en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versionado, compartido con el equipo.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204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5372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editable directamente, o vía Settings → MCP.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allowlist server:tool, con glob.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204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5372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recarga obligatoria)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35424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tras editar .cursor/mcp.json: recarga/reinicia Cursor — no hay hot-reload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SKILLS Y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con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el agente puede hacer: Read/Edit/Shell/Grep + Task + mcp__*. Gobernadas por permissions.json.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con frontmatter name+description. Auto-selección por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con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también lee .claude/skills/ — el MISMO SKILL.md sirve en los dos productos.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paquetes instalables de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Lo que YA NO es una brecha frente a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cuando se escribió la guía original de adaptación no existían ni Skills ni Marketplace en Cursor. Hoy ambos son reales — revisa docs.cursor.com antes de asumir que algo “no tiene equivalente”.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capacidad que Cursor decide usar por su description. Marketplace = el reparto versionado.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011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Feature nativa de Cursor (2.4+)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Delegación tipo Task: contexto aislado por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 invoca por lenguaje natural (o /nombre)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Ejecución en paralelo para trabajo independiente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Tipos base documentados de forma laxa — no asumas nombres exactos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"Subagente custom" = plantilla de prompt + skill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Plantilla de prompt (no hay .claude/agents/*.md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equivalente): pégala al lanzar el subagent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"Actúa como refactor-scout: usa CodeGraph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codegraph_explore y LUEGO Serena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find_referencing_symbols antes de proponer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el rename."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534924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dale contexto en el prompt de lanzamiento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Ejemplos portados en ejemplos/subagents/prompts/: security-reviewer y refactor-scout.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Paralelismo real: varios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NO existe en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 Teams de Claude Code: lead + teammates + inbox compartido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mensajería directa entre agentes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lo intentes portar 1:1 — no hay producto equivalente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sustituto pragmático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492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varias tareas en paralelo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cada Background/Cloud Agent = sesión completa,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en su propia rama, sin coordinarse entre sí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7373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Cómo se usa en la práctica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Particiona el trabajo por rama/fichero antes de lanzar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humano (o el agente principal) integra resultados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Cloud Agent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lanza tres Background Agents, uno por módulo, cada uno en su propia rama; revisa y haz merge tú.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Sin inbox compartido: particiona los ficheros/ramas — cada agente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 o Background/Cloud Agent?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Sesión completa, async, en su rama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07208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sesión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Ninguna entre agentes (sin inbox)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74136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completas)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41064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Trabajo largo/async, o en paralelo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07992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Prompt/skill al lanzar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o CLI --background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empaqueta roles como subagentes plugin; en Cursor esos roles viven como skills/prompts — este proyecto usa el flujo data/changes/, no GSD (ver Parte 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para que el ruido muera fuera; Background/Cloud Agent para trabajo largo o async.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8346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(proyecto) o ~/.cursor/hooks.json (usuario)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STDIN, respuesta JSON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allow/deny/ask · exit 2 = deny también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failClosed: si el hook crashea, bloquea (no fail-open)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1945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bloquear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user_message:"Bloqueado: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AGENTS.md le pides que se porte bien; con un hook lo garantizas — igual que en Claude Code, distinto contrato.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en la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formato, type-check bloqueante, veto de push/deploy.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en cualquier tubería Unix, git hook o script.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(nativo) para revisión de PR, o Cursor SDK en tu propio GitHub 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cloud: { repos, autoCreatePR } para PRs automáticos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1092708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agent = await Agent.create({ apiKey: process.env.CURSOR_API_KEY,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run = await agent.send(prompt);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ev of run.stream()) { /* … */ 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Cursor, pero la disciplina viaja.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Transferir: de Claude Code a 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Sincronización de máquinas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105156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Cursor — es una forma de trabajar con CUALQUIER agente. La sección 10 lo demuestra transfiriéndola desde Claude Code (y también llega a GitHub Copilot).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skill kg + history-first + status-first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78024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81528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acuerdo humano explícito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4690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74520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contrato (wrapper) + imagen desplegada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478024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081528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 (skill sanitise-diff)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Bugbot/bot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566928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saca la zona de peligro (un SHARP_EDGE que restringe el fix); git/gh dan la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54096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054096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 MCP) → el Lambda es responsable.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78224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078224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localizan el detector; un _diag_pdf.py determinista da la causa: SIN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90288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590288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0235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10235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el humano hace push/PR. Bugbot detecta un caso más → test + PLAYBOOK.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77840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agente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local, vía MCP). Survey en 1 llamada: fuente + callers + blast radius + cobertura.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 (MCP). find_referencing_symbols desambigua por clase: el chequeo preciso antes de renombrar.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— solo Claude Code hoy. En Cursor: Plan mode + skill methodology-plan + data/changes/.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agente.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solo existe en Claude Code (hoy)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Qué es GSD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Plugin de Claude Code para gestión de proyectos por fases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Ciclo: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Subagentes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versionado en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hay port oficial a Cursor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Equivalente en 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para el gate discuss → 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rellena la plantilla antes de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gsd-* → Task/subagents + prompts con ese rol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en data/changes/ (igual que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brilla en greenfield multi-fase; aquí no se usa a diario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sin el plugin: en Cursor, Plan mode + skills replican los gates de GSD.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 (vía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194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registro en Cursor (no 'claude mcp add')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16916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 — no uses 'claude mcp add'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12344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534924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La plantilla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(ejemplos/subagents/prompts/) empaqueta el orden CodeGraph → Serena → grep como procedimiento.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real: de Claude Code a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Lo que SÍ cambia: la superficie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jerarquía)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(mismo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(misma disciplina)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Cursor Subagents (sin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mapeo completo + cursor/ (rules, skills, MCP, hooks listos para copiar)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mismo pack trae COPILOT_ADAPTATION.md: no es un caso especial — la disciplina llega a un tercer agente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Este mismo repo es la prueba: metodología nacida en Claude Code, corriendo en Cursor con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468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~/.cursor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(skill kg) + target-setup.sh rehacen el tooling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468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refresco de skill 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07408"/>
            <a:ext cx="10927080" cy="12801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la memoria del proyecto, navegable desde Cursor.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(skill kg, kg-refresh)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10927080" cy="1234440"/>
          </a:xfrm>
          <a:prstGeom prst="rect">
            <a:avLst/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El pipeline de build se generó originalmente en Claude Code; hoy la consulta y el refresco viven como skills kg / kg-refresh — el mismo SKILL.md funciona en Cursor y en Claude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skills — kg y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9659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extracción semántica con el agente: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y kg-refresh (.cursor/skills/ o .claude/skills/ — mismo fichero)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kg-refresh es un skill, no solo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(extracción, subagentes en paralelo) necesita un agente; los bookends son deterministas.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sst-5468__sst-5468.md,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filtro por comunidad (vis-network).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8288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&lt;ticket|tema&gt;  # vecinos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# camino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# nombre exacto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reconstruir (barato)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27080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derivado: nunca viaja, se reconstruye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sistema, en cualquier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 o nube; AGENTS.md + rules de dos niveles; Memories aparte.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ambos, aunque no lo veas en pantalla.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 — y comparte SKILL.md con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calidad; Bugbot y Automations en la nube.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 (Claude Code).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 Claude Code a Cursor con CURSOR_ADAPTATION.md; machine-sync con guardrails.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LLM, skill kg en cualquier agente.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