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92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51009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8522-75F0-C278-6E93-CA30104F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81685-227E-128F-BC30-C654D1E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6B14-04EA-17CE-E42A-397A9E1A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918F9-0615-71D8-F2DD-54F68CCD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1C4F1-8A9A-2A48-A321-421A432A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14067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EF26-2F51-1733-6AEF-9280CC345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4F98-0764-6E60-27B0-5E57ACD5E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0F9B0-CBBD-F94E-C0AC-45DE7901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37EB-0AF7-9330-C27F-29345A300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37196-10D9-6B4A-82BB-559A03E4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007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FD63-8AE3-DE5A-FE44-E7E2DE1D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AE664-EC92-D139-38C3-BF9875ED4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A4A7C-E733-4A5C-C633-B46CF4CFE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747F5-8416-1226-AF77-C55D81D0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8BA7F-CE9B-679C-C711-24692D7AA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16BBC-8845-D159-A31B-2280584E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883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75EEF-8BDB-54CC-5182-E4FA9FC46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62F81-3800-3C25-68A7-53FDA168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8B83-D5D7-8567-F4CA-1EA8CA1A2C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1231F-2D5A-4A4B-7B98-20C8B5283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6405D-3730-BE51-E334-39381A7B37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5A373-F82D-D329-481E-858FD5A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ED4A62-1ECD-D79E-A2CF-DAFAF3AD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34ADCC-F10D-3B96-6AA4-1AE08DC4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9996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AB5-BB91-A5B9-4766-E5069E4B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46227-1E11-2C78-1EA6-4E7B2F2C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C9488-4D25-7404-D601-6364700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BAB07-2F7F-5E12-E069-31D758B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7121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A0342-315B-7453-D23E-194840221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AA699-8312-27CC-5D9B-95EBAF1C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8FD30-2D05-CC48-8E40-8B744AA0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241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75ED-58BB-8D92-57C9-C15782B87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3329-3ED5-1188-B8ED-4E0F986B0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0EC2F-E858-7E41-0A67-F93A4A559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805A0-98F7-499E-B879-4A3F6A44E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11C5C-B1EB-91CA-6B8A-474CC888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A43C7-32D7-1123-469A-4F683328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2559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D34C-52A5-D87E-FCA2-B7FAEA67D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5D5C2-9925-E6F0-5864-83BC59E7C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767EC-03EA-76DA-FD35-B01A3FB0C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5BD7A-913B-7FDB-597B-FC57963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DECF-3DE6-C485-8AFB-936AA698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E66D9-180C-ED7A-849A-5EB4E5D3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0047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B79-F01C-804C-4E61-1A47DA438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67148-1BF1-63D6-C79F-0B92D410B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FDAD9-7303-C2EC-B274-F1DE2C4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927E0-23E6-C7A2-DD58-999844473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75326-E6D1-014A-49FC-94FC2B511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258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137A79-42D3-4C33-7433-7367718298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6CA469-E72C-78CB-2781-A427579FE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5D210-5A80-BA39-ED14-3A2E0142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A1660-31E5-9DDB-4167-A5C6CD171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283F-675B-9C6F-FF2D-0D967C5F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31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646AC-8053-7E85-E5C0-6E3F03E4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B08D-2A32-D722-4E7A-1328F035D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3F96A-30B8-B087-4978-186C09D6F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CAF03-6D07-473F-9655-B5E7F3C4F9BA}" type="datetimeFigureOut">
              <a:rPr lang="en-GB" smtClean="0"/>
              <a:t>09/08/2026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6FEE3-A5A7-6135-A2F0-BED2FD872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AC338-8D5B-F469-A5F7-93410D6A2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9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racking the code of vibe coding | UX Collective">
            <a:extLst>
              <a:ext uri="{FF2B5EF4-FFF2-40B4-BE49-F238E27FC236}">
                <a16:creationId xmlns:a16="http://schemas.microsoft.com/office/drawing/2014/main" id="{D99A97B7-B435-703E-F308-9D075AA3A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74" y="346167"/>
            <a:ext cx="2751900" cy="1547944"/>
          </a:xfrm>
          <a:prstGeom prst="rect">
            <a:avLst/>
          </a:prstGeom>
        </p:spPr>
      </p:pic>
      <p:pic>
        <p:nvPicPr>
          <p:cNvPr id="10" name="Picture 9" descr="Graphify">
            <a:extLst>
              <a:ext uri="{FF2B5EF4-FFF2-40B4-BE49-F238E27FC236}">
                <a16:creationId xmlns:a16="http://schemas.microsoft.com/office/drawing/2014/main" id="{ADFB43AB-A93E-8772-1D14-822EE9B4C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395" y="346167"/>
            <a:ext cx="3328920" cy="1547948"/>
          </a:xfrm>
          <a:prstGeom prst="rect">
            <a:avLst/>
          </a:prstGeom>
        </p:spPr>
      </p:pic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326" r="12996"/>
          <a:stretch>
            <a:fillRect/>
          </a:stretch>
        </p:blipFill>
        <p:spPr>
          <a:xfrm>
            <a:off x="1294569" y="2639045"/>
            <a:ext cx="1475173" cy="1588934"/>
          </a:xfrm>
          <a:prstGeom prst="rect">
            <a:avLst/>
          </a:prstGeom>
        </p:spPr>
      </p:pic>
      <p:pic>
        <p:nvPicPr>
          <p:cNvPr id="12" name="Graphic 11" descr="Cursor · Brand Guidelines">
            <a:extLst>
              <a:ext uri="{FF2B5EF4-FFF2-40B4-BE49-F238E27FC236}">
                <a16:creationId xmlns:a16="http://schemas.microsoft.com/office/drawing/2014/main" id="{0872B0AB-4EE2-AE77-42E7-7E8EA8CA6F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4443" y="4930536"/>
            <a:ext cx="2532262" cy="1582664"/>
          </a:xfrm>
          <a:prstGeom prst="rect">
            <a:avLst/>
          </a:prstGeom>
        </p:spPr>
      </p:pic>
      <p:sp>
        <p:nvSpPr>
          <p:cNvPr id="131" name="Rectangle 130">
            <a:extLst>
              <a:ext uri="{FF2B5EF4-FFF2-40B4-BE49-F238E27FC236}">
                <a16:creationId xmlns:a16="http://schemas.microsoft.com/office/drawing/2014/main" id="{A5A17FC0-D416-4C8B-A9E6-5924D352B9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7495" y="2300641"/>
            <a:ext cx="8124506" cy="45573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7256" y="2916520"/>
            <a:ext cx="6465287" cy="2309364"/>
          </a:xfrm>
        </p:spPr>
        <p:txBody>
          <a:bodyPr>
            <a:normAutofit/>
          </a:bodyPr>
          <a:lstStyle/>
          <a:p>
            <a:pPr algn="l"/>
            <a:r>
              <a:rPr lang="en-US" sz="3700" b="1">
                <a:solidFill>
                  <a:srgbClr val="FFFFFF"/>
                </a:solidFill>
              </a:rPr>
              <a:t>Agentic Ai</a:t>
            </a:r>
            <a:br>
              <a:rPr lang="en-US" sz="3700" b="1">
                <a:solidFill>
                  <a:srgbClr val="FFFFFF"/>
                </a:solidFill>
              </a:rPr>
            </a:br>
            <a:br>
              <a:rPr lang="en-US" sz="3700" b="1">
                <a:solidFill>
                  <a:srgbClr val="FFFFFF"/>
                </a:solidFill>
              </a:rPr>
            </a:br>
            <a:r>
              <a:rPr lang="es-ES" sz="3700" b="1">
                <a:solidFill>
                  <a:srgbClr val="FFFFFF"/>
                </a:solidFill>
              </a:rPr>
              <a:t>Cursor: del asistente al sistema de desarrollo agéntico</a:t>
            </a:r>
            <a:endParaRPr lang="en-GB" sz="3700">
              <a:solidFill>
                <a:srgbClr val="FFFFFF"/>
              </a:solidFill>
            </a:endParaRP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982DC870-E8E5-4050-B10C-CC24FC67E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2285774"/>
            <a:ext cx="12188952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F76A74F-C283-4DED-BD4D-086753B7C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4571548"/>
            <a:ext cx="4064320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B2791FB-B2F7-4BBE-B8D8-74C37FF9E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4319" y="-680"/>
            <a:ext cx="0" cy="6858003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9891B5DE-6811-4844-BB18-472A3F360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20742" y="-680"/>
            <a:ext cx="0" cy="224028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77A9CA3A-7216-41E0-B3CD-058077FD3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46931" y="5336249"/>
            <a:ext cx="5486400" cy="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1112407" y="346167"/>
            <a:ext cx="1839499" cy="1588946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6146</Words>
  <Application>Microsoft Office PowerPoint</Application>
  <PresentationFormat>Widescreen</PresentationFormat>
  <Paragraphs>678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1_Office Theme</vt:lpstr>
      <vt:lpstr>Agentic Ai  Cursor: del asistente al sistema de desarrollo agéntico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2</cp:revision>
  <dcterms:created xsi:type="dcterms:W3CDTF">2013-01-27T09:14:16Z</dcterms:created>
  <dcterms:modified xsi:type="dcterms:W3CDTF">2026-08-09T13:09:37Z</dcterms:modified>
  <cp:category/>
</cp:coreProperties>
</file>