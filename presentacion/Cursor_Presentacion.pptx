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Cursor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la misma metodología, </a:t>
            </a:r>
            <a:r>
              <a:rPr sz="2600" b="1">
                <a:solidFill>
                  <a:srgbClr val="E8EAED"/>
                </a:solidFill>
                <a:latin typeface="Segoe UI"/>
              </a:rPr>
              <a:t>otra superficie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Cursor: instalación · AGENTS.md &amp; rules · contexto &amp; caching · MCP · skills &amp; marketplace · subagents · automatización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La metodología (agnóstica): flujo con gates · CodeGraph / Serena / GSD · transferencia · 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El grafo de conocimiento de tickets, construido con graphify: pipeline, comandos /kg y el grafo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Volumen 2 del curso: mismo material que la versión Claude Code, verificado contra cursor.com/docs y reescrito para Cursor (agosto 2026).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Cursor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42816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Skills y Marketplace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Transferir: de Claude Code a Cursor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Sincronización de máquinas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comandos /kg · el grafo real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Cursor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editor en tu escritorio a agentes en la nube.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Skills y Marketplace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221224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Tres formas de entrar: editor, CLI,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 Cursor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Descarga desde cursor.com — macOS / Windows / Linux.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 (agent)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https://cursor.com/install -fsS | bash — headless-capable.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— corre tareas en la nube sin editor abierto.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Multi-repo / 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Abre varios repos; distingue propiedad de contexto de solo-lectura.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23944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434840"/>
            <a:ext cx="5394960" cy="118872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17720"/>
            <a:ext cx="4937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              # CLI interactivo, login la 1ª vez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4123944"/>
            <a:ext cx="525780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432511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agente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782312"/>
            <a:ext cx="47548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 / Agent mode) · CLI (agent)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(cursor.com/agents, tareas async)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Bugbot revisa PRs automáticamente en GitHub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(chat/Agent mode) o CLI `agent`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(agent -p) — componible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CLI en modo headless: prompt in, resultado 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Encaja en tuberías Unix, git hooks y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la automatización (sección 07)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Cursor, dos formas de invocarlo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agent -p "avísame si ves anomalías"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agent -p "revisa estos ficheros por seguridad"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ledgers autocontenidos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recorte que en Claude Code: punteros, no copias — AGENTS.md se mantiene deliberadamente pequeño.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MEMORIES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AGENTS.md, rules, permisos y memoria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Rules (.mdc) + AGENTS.md (se combinan, no compiten)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5486400" cy="2148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.cursor/rules/00-core.mdc     # alwaysApply: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.cursor/rules/01-tools.mdc    # @fichero = incluye contenido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AGENTS.md                     # raíz (+ anidado: gana el más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       # específico), sin frontmatter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~/.cursor/permissions.json    # allowlist server:tool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64208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allowlist, no solo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permissions.json: proyecto + usuario, con glob (server:*, *:tool)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4 modos de rule: Always / Apply Intelligently 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Apply to Specific Files / Apply Manually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06240"/>
            <a:ext cx="10927080" cy="1371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Memories — un sistema DISTINTO de AGENTS.md/rules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7"/>
            <a:ext cx="104241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genera Memories automáticamente a partir de tus chats (no son ficheros que tú escribes).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es el mismo mecanismo que la auto-memory de Claude Code: trátalas como complemento, no como sustituto del patrón de dos niveles.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Dónde vive Cursor: editor, CLI y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 + Agent mode + Plan mode; diffs inline, revisión en el propio IDE.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en terminal — igual que el editor, sin UI; ideal para SSH/servers.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corre tareas async; sigue el progreso desde la web.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Bugbot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Revisa cada PR en GitHub/GitLab/Bitbucket automáticamente, sin script propio.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agente, mismos AGENTS.md/rules/MCP — cambia solo dónde se ejecuta.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/ agent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Oculto —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59152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Rules alwaysApply + AGENTS.md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controlas tú — por eso el patrón de dos niveles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889504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Memories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Si las hay — distinto sistema, revisa qué se coló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variable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419856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Schemas de las tools habilitadas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950208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resultados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 (CLI + UI del editor)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2148840"/>
            <a:ext cx="3703320" cy="233172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1" y="2331720"/>
            <a:ext cx="3246120" cy="2011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/clear      # nueva sesión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/rewind     # volver a un mensaje previo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/summarize  # resumir y liberar contexto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+ anillo de contexto en el editor (uso por bloque)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El rendimiento degrada ANTES de llenar la ventana: </a:t>
            </a:r>
            <a:r>
              <a:rPr sz="1200" b="0">
                <a:solidFill>
                  <a:srgbClr val="9AA4B2"/>
                </a:solidFill>
                <a:latin typeface="Segoe UI"/>
              </a:rPr>
              <a:t>contexto con ruido = peores decisiones. Cursor resume automáticamente al acercarse al límite (además del /summarize manual) — no asumas paridad exacta con /compact de Claude Code.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anillo de contexto del editor te dice qué bloque engorda — mide antes de recortar.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AGENTS.md / rules mínimos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 puedes borrarlo sin que el agente se equivoque, bórralo. Dos niveles + punteros.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@fichero solo si hace falta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Las rules .mdc soportan @fichero para incluir contenido — úsalo con cuidado, es carga eager.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 (sección 06); vuelve solo el resumen.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config/auth.ts” &gt; “entiende el auth”. Adelanto: CodeGraph-primero (Parte 2).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Esto es de la API de Anthropic, no de Cursor — pero si automatizas con la Cursor SDK contra Claude, aplica igual.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7744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2608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377440"/>
            <a:ext cx="5349240" cy="26517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ejemplos_cursor/prompt-caching/cache_demo.py — habla con la API Anthropic, no con el producto Cursor.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qué controlas en Cursor y qué no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874519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39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AGENTS.md + rules pequeños y estables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39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no cambia entre turnos → mejor comportamiento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96312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496312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rules/AGENTS.md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contexto base → paga impuesto de nuevo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181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3118104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más contexto fijo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39896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739896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5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Nueva sesión / /clear entre tareas no relacionadas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5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Evita arrastrar transcript infinito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61688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4361688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7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Asumir que Cursor expone cache_control como la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7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 — es un producto distinto; no copies env vars de Claude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Cursor no expone cache_control como producto: aplica lo que el proveedor del modelo decida. Lo que sí controlas: tamaño/estabilidad de AGENTS.md + rules + tools MCP.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Contexto lean y estable rinde mejor en cualquier producto — Cursor incluido — aunque no veas el descuento en pantalla.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Mismo estándar abierto que en Claude Code — CodeGraph, Serena, Playwright hablan MCP en ambos. Config de proyecto en </a:t>
            </a:r>
            <a:r>
              <a:rPr sz="1250" b="1">
                <a:solidFill>
                  <a:srgbClr val="D97757"/>
                </a:solidFill>
                <a:latin typeface="Consolas"/>
              </a:rPr>
              <a:t>.cursor/mcp.json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62956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4028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402836" cy="274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.cursor/mcp.json — versionado, compartido con el equipo.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4204" y="2331720"/>
            <a:ext cx="5362956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5372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5372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478024"/>
            <a:ext cx="44028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2788920"/>
            <a:ext cx="4402836" cy="274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~/.cursor/mcp.json — editable directamente, o vía Settings → MCP.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310128"/>
            <a:ext cx="5362956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351129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52958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56432"/>
            <a:ext cx="44028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Permisos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67328"/>
            <a:ext cx="4402836" cy="274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permissions.json: allowlist server:tool, con glob.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04204" y="3310128"/>
            <a:ext cx="5362956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5372" y="351129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5372" y="352958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56432"/>
            <a:ext cx="44028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que uso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7164" y="3767328"/>
            <a:ext cx="4402836" cy="274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24528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recarga obligatoria)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35424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18304"/>
            <a:ext cx="10469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 "command": "uvx", "args": ["--from", "git+https://github.com/oraios/serena", "serena", "start-mcp-server"] 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tras editar .cursor/mcp.json: recarga/reinicia Cursor — no hay hot-reload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SKILLS Y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compatible con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el agente puede hacer: Read/Edit/Shell/Grep + Task + mcp__*. Gobernadas por permissions.json.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.cursor/skills/&lt;n&gt;/SKILL.md con frontmatter name+description. Auto-selección por description.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Interop con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 también lee .claude/skills/ — el MISMO SKILL.md sirve en los dos productos.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cursor.com/marketplace: paquetes instalables de skills+subagents+MCP+hooks+rules.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Lo que YA NO es una brecha frente a Claude Code: </a:t>
            </a:r>
            <a:r>
              <a:rPr sz="1250" b="0">
                <a:solidFill>
                  <a:srgbClr val="9AA4B2"/>
                </a:solidFill>
                <a:latin typeface="Segoe UI"/>
              </a:rPr>
              <a:t>cuando se escribió la guía original de adaptación no existían ni Skills ni Marketplace en Cursor. Hoy ambos son reales — revisa docs.cursor.com antes de asumir que algo “no tiene equivalente”.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Skill = capacidad que Cursor decide usar por su description. Marketplace = el reparto versionado.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0116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Feature nativa de Cursor (2.4+)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Delegación tipo Task: contexto aislado por subagent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 invoca por lenguaje natural (o /nombre)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Ejecución en paralelo para trabajo independiente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Tipos base documentados de forma laxa — no asumas nombres exactos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"Subagente custom" = plantilla de prompt + skill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0116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Plantilla de prompt (no hay .claude/agents/*.md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equivalente): pégala al lanzar el subagent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"Actúa como refactor-scout: usa CodeGraph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codegraph_explore y LUEGO Serena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find_referencing_symbols antes de proponer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el rename."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dale contexto en el prompt de lanzamiento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Ejemplos portados en ejemplos_cursor/subagents/prompts/: security-reviewer y refactor-scout.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Paralelismo real: varios Background/Cloud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NO existe en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 Teams de Claude Code: lead + teammates + inbox compartido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mensajería directa entre agentes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lo intentes portar 1:1 — no hay producto equivalente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55063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sustituto pragmático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965960"/>
            <a:ext cx="5349240" cy="17373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48840"/>
            <a:ext cx="489204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cursor.com/agents — varias tareas en paralelo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cada Background/Cloud Agent = sesión completa,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en su propia rama, sin coordinarse entre sí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8620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Cómo se usa en la práctica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9143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Particiona el trabajo por rama/fichero antes de lanzar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humano (o el agente principal) integra resultados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Cloud Agent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lanza tres Background Agents, uno por módulo, cada uno en su propia rama; revisa y haz merge tú.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Sin inbox compartido: particiona los ficheros/ramas — cada agente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 o Background/Cloud Agent?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BACKGROUND / CLOUD AGENT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40280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Sesión completa, async, en su rama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07208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sesión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Ninguna entre agentes (sin inbox)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374136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completas)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941064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Trabajo largo/async, o en paralelo real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07992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Prompt/skill al lanzar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o CLI --background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(Claude Code) empaqueta roles como subagentes plugin; en Cursor esos roles viven como skills/prompts — este proyecto usa el flujo data/changes/, no GSD (ver Parte 2).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para que el ruido muera fuera; Background/Cloud Agent para trabajo largo o async.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.cursor/hooks.json (proyecto) o ~/.cursor/hooks.json (usuario)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STDIN, respuesta JSON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beforeShellExecution, beforeMCPExecution, beforeReadFile,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afterFileEdit, preToolUse/postToolUse, beforeSubmitPrompt,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permission: allow/deny/ask · exit 2 = deny también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failClosed: si el hook crashea, bloquea (no fail-open)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beforeReadFile — bloquear .env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p = JSON.parse(require("fs")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.readFileSync(0, "utf8"));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((p.path || "").includes(".env"))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console.log(JSON.stringify(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{permission:"deny",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user_message:"Bloqueado: .env"}));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process.exit(0);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AGENTS.md le pides que se porte bien; con un hook lo garantizas — igual que en Claude Code, distinto contrato.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en la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62956" cy="86868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4028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402836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formato, type-check bloqueante, veto de push/deploy.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4204" y="1874519"/>
            <a:ext cx="5362956" cy="86868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5372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2020824"/>
            <a:ext cx="44028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331720"/>
            <a:ext cx="4402836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-p en cualquier tubería Unix, git hook o script.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944368"/>
            <a:ext cx="5362956" cy="86868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14553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16382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90672"/>
            <a:ext cx="44028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01568"/>
            <a:ext cx="4402836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Bugbot (nativo) para revisión de PR, o Cursor SDK en tu propio GitHub Action.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2944368"/>
            <a:ext cx="5362956" cy="86868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5372" y="314553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5372" y="316382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90672"/>
            <a:ext cx="44028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01568"/>
            <a:ext cx="4402836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Automations: cron + triggers (Slack, Linear, PR merged, PagerDuty).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968496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Cursor SDK (@cursor/sdk) — cloud: { repos, autoCreatePR } para PRs automáticos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279392"/>
            <a:ext cx="10927080" cy="118872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462272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Agent } from "@cursor/sdk";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agent = await Agent.create({ apiKey: process.env.CURSOR_API_KEY, local: { cwd }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run = await agent.send(prompt);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for await (const ev of run.stream()) { /* … */ 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Cursor, pero la disciplina viaja.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Transferir: de Claude Code a Cursor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Sincronización de máquinas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Cursor — es una forma de trabajar con CUALQUIER agente. La sección 10 lo demuestra transfiriéndola desde Claude Code (y también llega a GitHub Copilot).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skill kg + history-first + status-first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809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809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809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mode → acuerdo humano explícito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92040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8096" y="4992624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7" y="4946903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9165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contrato (wrapper) + imagen desplegada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9165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9165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 (skill sanitise-diff)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9165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9165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Bugbot/bot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agente orquesta y es donde vive la inferencia; lo caro se concentra en plan/código/verify, no en buscar.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kg saca la zona de peligro (un SHARP_EDGE que restringe el fix); git/gh dan la 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 MCP) → el Lambda es responsable.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(MCP) localizan el detector; un _diag_pdf.py determinista da la causa: SIN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sanitise-diff → el humano hace push/PR. Bugbot detecta un caso más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 .cursor/rules/01-tool-prevalence.mdc: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Skill 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3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3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8056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MCP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5778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5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5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agente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5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local, vía MCP). Survey en 1 llamada: fuente + callers + blast radius + cobertura.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 (MCP). find_referencing_symbols desambigua por clase: el chequeo preciso antes de renombrar.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productizado — solo Claude Code hoy. En Cursor: Plan mode + skill methodology-plan + data/changes/.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 kg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(MCP)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agente.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solo existe en Claude Code (hoy)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Qué es GSD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Plugin de Claude Code para gestión de proyectos por fases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Ciclo: 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Subagentes gsd-planner, gsd-plan-checker, gsd-executor,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gsd-code-reviewer, gsd-verifier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versionado en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hay port oficial a Cursor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Equivalente en Cursor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para el gate discuss → 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methodology-plan rellena la plantilla antes de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gsd-* → Task/subagents + prompts con ese rol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en data/changes/ (igual que Claude Code)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 brilla en greenfield multi-fase; aquí no se usa a diario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método, sin el plugin: en Cursor, Plan mode + skills replican los gates de GSD.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 (vía MCP)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+ registro en Cursor (no 'claude mcp add')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6916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.cursor/mcp.json: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"codegraph": {"command":"codegraph",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"args":["serve","--path","&lt;repo&gt;","--mcp"]}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86200"/>
            <a:ext cx="5349240" cy="10058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05072"/>
            <a:ext cx="4937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 — no uses 'claude mcp add'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.cursor/mcp.json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{"command":"uvx","args":["--from",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"git+https://github.com/oraios/serena",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"serena","start-mcp-server"]}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5760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La plantilla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(ejemplos_cursor/subagents/prompts/) empaqueta el orden CodeGraph → Serena → grep como procedimiento.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real: de Claude Code a Cursor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Lo que SÍ cambia: la superficie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(+ jerarquía) → AGENTS.md + .cursor/rules/*.mdc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~/.claude/skills/ → .cursor/skills/ (mismo SKILL.md)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Hooks + settings.local.json → .cursor/hooks.json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→ Plan mode (misma disciplina)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Subagents/Agent Teams → Cursor Subagents (sin Teams)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-p (headless) → agent -p (Cursor CLI)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26280"/>
            <a:ext cx="10927080" cy="1143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starter-kit: CURSOR_ADAPTATION.md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mapeo completo + cursor/ (rules, skills, MCP, hooks listos para copiar) + bootstrap-cursor-repo.ps1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mismo pack trae COPILOT_ADAPTATION.md: no es un caso especial — la disciplina llega a un tercer agente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Este mismo repo es la prueba: metodología nacida en Claude Code, corriendo en Cursor con CURSOR_ADAPTATION.md.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runbook real: sincronizar máquinas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~/.cursor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(skill kg) + target-setup.sh rehacen el tooling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gitignored de data/ + memoria (snapshot-memory)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la principal: restore-memory → refresco de skill kg-refresh reconstruye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07408"/>
            <a:ext cx="10927080" cy="12801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59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la memoria del proyecto, navegable desde Cursor.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(skill kg, kg-refresh)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0927080" cy="1234440"/>
          </a:xfrm>
          <a:prstGeom prst="roundRect">
            <a:avLst>
              <a:gd name="adj" fmla="val 8000"/>
            </a:avLst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El pipeline de build se generó originalmente en Claude Code; hoy la consulta y el refresco viven como skills kg / kg-refresh — el mismo SKILL.md funciona en Cursor y en Claude Code.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skills — kg y kg-refresh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kg-refresh)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9659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extracción semántica con el agente: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kg y kg-refresh (.cursor/skills/ o .claude/skills/ — mismo fichero)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24528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kg-refresh es un skill, no solo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(extracción, subagentes en paralelo) necesita un agente; los bookends son deterministas.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tkt-103__tkt-103.md,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69680" y="1783080"/>
            <a:ext cx="2697480" cy="31089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filtro por comunidad (vis-network).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8288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&lt;ticket|tema&gt;  # vecinos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           # camino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          # nombre exacto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skill kg-refresh                 # reconstruir (barato)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 .cursor/rules/00-methodology-core.mdc: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59" cy="91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derivado: nunca viaja, se reconstruye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sistema, en cualquier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Editor, CLI (agent) o nube; AGENTS.md + rules de dos niveles; Memories aparte.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ambos, aunque no lo veas en pantalla.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 — y comparte SKILL.md con Claude Code.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calidad; Bugbot y Automations en la nube.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0080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oráculos: barato→caro; GSD = el método productizado (Claude Code).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0080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 Claude Code a Cursor con CURSOR_ADAPTATION.md; machine-sync con guardrails.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40080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LLM, skill kg en cualquier agente.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cursor.com/docs  ·  docs.cursor.com/hooks  ·  cursor.com/marketplace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