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registro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registro compartido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gate outbound ×5 (instrumento → lista → imagen → mirar)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transportar (tarball) a compartir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copia completa; inbound = solo delta de data/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+ target-setup.sh rehacen el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Sigue siendo el camino para levantar una máquina desde cero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Día a día: registro sobre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changes/**/*.md + grafo (nada de cliente)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sync;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--delete opt-in (no borrar al compañero)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solo publisher. "Derivado" es del fichero, no de la carpeta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agentes: IDENTITY.md machine-local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Cada máquina declara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apunta a IDENTITY.md — la sesión lee su rol ANTES de actuar (si no, un contributor republica el grafo)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Cuando el rastro durable pasa de una máquina a un equipo, el agente tiene que saber en qué máquina está antes de actuar.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 se reconstruye, pero lo escrito a mano viaja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registro S3 con identidad por máquina.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