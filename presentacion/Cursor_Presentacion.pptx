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https://cursor.com/install -fsS | bash — headless-capable.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434840"/>
            <a:ext cx="5394960" cy="1188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123944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CLI en modo headless: prompt in, resultado 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Unix, git hooks y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agent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agent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allowlist server:tool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proyecto + usuario, con glob (server:*, *:tool)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7"/>
            <a:ext cx="10424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/clear      # nueva sesión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volver a un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resumir y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 (uso por bloque)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ejemplos_cursor/prompt-caching/cache_demo.py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/clear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4204" y="2331720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5372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10128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51129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52958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allowlist server:tool, con glob.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4204" y="3310128"/>
            <a:ext cx="5362956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5372" y="351129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35424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"Subagente custom" = plantilla de prompt + skill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Plantilla de prompt (no hay .claude/agents/*.md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equivalente): pégala al lanzar el subagent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"Actúa como refactor-scout: usa CodeGraph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codegraph_explore y LUEGO Serena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find_referencing_symbols antes de proponer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el rename."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portados en ejemplos_cursor/subagents/prompts/: security-reviewer y refactor-scout.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3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Prompt/skill al lanzar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skills/prompts — este proyecto usa el flujo data/changes/, no GSD (ver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4204" y="1874519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5372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cualquier tubería Unix, git hook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44368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14553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16382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2944368"/>
            <a:ext cx="5362956" cy="86868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5372" y="314553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279392"/>
            <a:ext cx="10927080" cy="1188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0058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(ejemplos_cursor/subagents/prompts/)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Cursor Subagents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